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2"/>
    <p:sldMasterId id="2147483688" r:id="rId3"/>
    <p:sldMasterId id="2147483705" r:id="rId4"/>
  </p:sldMasterIdLst>
  <p:notesMasterIdLst>
    <p:notesMasterId r:id="rId123"/>
  </p:notesMasterIdLst>
  <p:handoutMasterIdLst>
    <p:handoutMasterId r:id="rId124"/>
  </p:handoutMasterIdLst>
  <p:sldIdLst>
    <p:sldId id="708" r:id="rId5"/>
    <p:sldId id="958" r:id="rId6"/>
    <p:sldId id="784" r:id="rId7"/>
    <p:sldId id="532" r:id="rId8"/>
    <p:sldId id="402" r:id="rId9"/>
    <p:sldId id="783" r:id="rId10"/>
    <p:sldId id="529" r:id="rId11"/>
    <p:sldId id="294" r:id="rId12"/>
    <p:sldId id="688" r:id="rId13"/>
    <p:sldId id="597" r:id="rId14"/>
    <p:sldId id="786" r:id="rId15"/>
    <p:sldId id="787" r:id="rId16"/>
    <p:sldId id="899" r:id="rId17"/>
    <p:sldId id="900" r:id="rId18"/>
    <p:sldId id="689" r:id="rId19"/>
    <p:sldId id="604" r:id="rId20"/>
    <p:sldId id="631" r:id="rId21"/>
    <p:sldId id="632" r:id="rId22"/>
    <p:sldId id="605" r:id="rId23"/>
    <p:sldId id="606" r:id="rId24"/>
    <p:sldId id="901" r:id="rId25"/>
    <p:sldId id="902" r:id="rId26"/>
    <p:sldId id="903" r:id="rId27"/>
    <p:sldId id="904" r:id="rId28"/>
    <p:sldId id="905" r:id="rId29"/>
    <p:sldId id="906" r:id="rId30"/>
    <p:sldId id="907" r:id="rId31"/>
    <p:sldId id="602" r:id="rId32"/>
    <p:sldId id="600" r:id="rId33"/>
    <p:sldId id="690" r:id="rId34"/>
    <p:sldId id="614" r:id="rId35"/>
    <p:sldId id="615" r:id="rId36"/>
    <p:sldId id="785" r:id="rId37"/>
    <p:sldId id="617" r:id="rId38"/>
    <p:sldId id="691" r:id="rId39"/>
    <p:sldId id="692" r:id="rId40"/>
    <p:sldId id="622" r:id="rId41"/>
    <p:sldId id="623" r:id="rId42"/>
    <p:sldId id="908" r:id="rId43"/>
    <p:sldId id="909" r:id="rId44"/>
    <p:sldId id="626" r:id="rId45"/>
    <p:sldId id="627" r:id="rId46"/>
    <p:sldId id="910" r:id="rId47"/>
    <p:sldId id="911" r:id="rId48"/>
    <p:sldId id="955" r:id="rId49"/>
    <p:sldId id="673" r:id="rId50"/>
    <p:sldId id="630" r:id="rId51"/>
    <p:sldId id="693" r:id="rId52"/>
    <p:sldId id="633" r:id="rId53"/>
    <p:sldId id="634" r:id="rId54"/>
    <p:sldId id="916" r:id="rId55"/>
    <p:sldId id="917" r:id="rId56"/>
    <p:sldId id="918" r:id="rId57"/>
    <p:sldId id="919" r:id="rId58"/>
    <p:sldId id="920" r:id="rId59"/>
    <p:sldId id="921" r:id="rId60"/>
    <p:sldId id="922" r:id="rId61"/>
    <p:sldId id="923" r:id="rId62"/>
    <p:sldId id="924" r:id="rId63"/>
    <p:sldId id="782" r:id="rId64"/>
    <p:sldId id="694" r:id="rId65"/>
    <p:sldId id="695" r:id="rId66"/>
    <p:sldId id="647" r:id="rId67"/>
    <p:sldId id="648" r:id="rId68"/>
    <p:sldId id="649" r:id="rId69"/>
    <p:sldId id="650" r:id="rId70"/>
    <p:sldId id="651" r:id="rId71"/>
    <p:sldId id="925" r:id="rId72"/>
    <p:sldId id="926" r:id="rId73"/>
    <p:sldId id="927" r:id="rId74"/>
    <p:sldId id="928" r:id="rId75"/>
    <p:sldId id="929" r:id="rId76"/>
    <p:sldId id="930" r:id="rId77"/>
    <p:sldId id="950" r:id="rId78"/>
    <p:sldId id="951" r:id="rId79"/>
    <p:sldId id="952" r:id="rId80"/>
    <p:sldId id="953" r:id="rId81"/>
    <p:sldId id="954" r:id="rId82"/>
    <p:sldId id="931" r:id="rId83"/>
    <p:sldId id="932" r:id="rId84"/>
    <p:sldId id="933" r:id="rId85"/>
    <p:sldId id="934" r:id="rId86"/>
    <p:sldId id="935" r:id="rId87"/>
    <p:sldId id="936" r:id="rId88"/>
    <p:sldId id="937" r:id="rId89"/>
    <p:sldId id="938" r:id="rId90"/>
    <p:sldId id="939" r:id="rId91"/>
    <p:sldId id="940" r:id="rId92"/>
    <p:sldId id="941" r:id="rId93"/>
    <p:sldId id="942" r:id="rId94"/>
    <p:sldId id="943" r:id="rId95"/>
    <p:sldId id="944" r:id="rId96"/>
    <p:sldId id="945" r:id="rId97"/>
    <p:sldId id="696" r:id="rId98"/>
    <p:sldId id="668" r:id="rId99"/>
    <p:sldId id="669" r:id="rId100"/>
    <p:sldId id="685" r:id="rId101"/>
    <p:sldId id="670" r:id="rId102"/>
    <p:sldId id="671" r:id="rId103"/>
    <p:sldId id="915" r:id="rId104"/>
    <p:sldId id="672" r:id="rId105"/>
    <p:sldId id="701" r:id="rId106"/>
    <p:sldId id="702" r:id="rId107"/>
    <p:sldId id="703" r:id="rId108"/>
    <p:sldId id="946" r:id="rId109"/>
    <p:sldId id="947" r:id="rId110"/>
    <p:sldId id="948" r:id="rId111"/>
    <p:sldId id="949" r:id="rId112"/>
    <p:sldId id="677" r:id="rId113"/>
    <p:sldId id="678" r:id="rId114"/>
    <p:sldId id="697" r:id="rId115"/>
    <p:sldId id="349" r:id="rId116"/>
    <p:sldId id="428" r:id="rId117"/>
    <p:sldId id="401" r:id="rId118"/>
    <p:sldId id="704" r:id="rId119"/>
    <p:sldId id="705" r:id="rId120"/>
    <p:sldId id="706" r:id="rId121"/>
    <p:sldId id="707" r:id="rId12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09A2BE3-2D0E-4BDF-9E7B-B5B14B6C6981}">
          <p14:sldIdLst>
            <p14:sldId id="708"/>
            <p14:sldId id="958"/>
            <p14:sldId id="784"/>
            <p14:sldId id="532"/>
            <p14:sldId id="402"/>
            <p14:sldId id="783"/>
            <p14:sldId id="529"/>
            <p14:sldId id="294"/>
          </p14:sldIdLst>
        </p14:section>
        <p14:section name="Part 1 - Console Deep Dive" id="{BC4A3995-4CED-4320-A673-95328C9C809D}">
          <p14:sldIdLst>
            <p14:sldId id="688"/>
            <p14:sldId id="597"/>
            <p14:sldId id="786"/>
            <p14:sldId id="787"/>
            <p14:sldId id="899"/>
            <p14:sldId id="900"/>
            <p14:sldId id="689"/>
            <p14:sldId id="604"/>
            <p14:sldId id="631"/>
            <p14:sldId id="632"/>
            <p14:sldId id="605"/>
            <p14:sldId id="606"/>
            <p14:sldId id="901"/>
            <p14:sldId id="902"/>
            <p14:sldId id="903"/>
            <p14:sldId id="904"/>
            <p14:sldId id="905"/>
            <p14:sldId id="906"/>
            <p14:sldId id="907"/>
            <p14:sldId id="602"/>
            <p14:sldId id="600"/>
            <p14:sldId id="690"/>
            <p14:sldId id="614"/>
            <p14:sldId id="615"/>
            <p14:sldId id="785"/>
            <p14:sldId id="617"/>
            <p14:sldId id="691"/>
          </p14:sldIdLst>
        </p14:section>
        <p14:section name="Part 2 - Getting Help. Working with Files" id="{525158E7-006A-4268-97B6-E4C0694AF69F}">
          <p14:sldIdLst>
            <p14:sldId id="692"/>
            <p14:sldId id="622"/>
            <p14:sldId id="623"/>
            <p14:sldId id="908"/>
            <p14:sldId id="909"/>
            <p14:sldId id="626"/>
            <p14:sldId id="627"/>
            <p14:sldId id="910"/>
            <p14:sldId id="911"/>
            <p14:sldId id="955"/>
            <p14:sldId id="673"/>
            <p14:sldId id="630"/>
            <p14:sldId id="693"/>
            <p14:sldId id="633"/>
            <p14:sldId id="634"/>
            <p14:sldId id="916"/>
            <p14:sldId id="917"/>
            <p14:sldId id="918"/>
            <p14:sldId id="919"/>
            <p14:sldId id="920"/>
            <p14:sldId id="921"/>
            <p14:sldId id="922"/>
            <p14:sldId id="923"/>
            <p14:sldId id="924"/>
            <p14:sldId id="782"/>
            <p14:sldId id="694"/>
          </p14:sldIdLst>
        </p14:section>
        <p14:section name="Part 3 - Users and Groups. Access Rights" id="{92B8F4C8-76F1-42BA-AD9F-A00A1E7185E0}">
          <p14:sldIdLst>
            <p14:sldId id="695"/>
            <p14:sldId id="647"/>
            <p14:sldId id="648"/>
            <p14:sldId id="649"/>
            <p14:sldId id="650"/>
            <p14:sldId id="651"/>
            <p14:sldId id="925"/>
            <p14:sldId id="926"/>
            <p14:sldId id="927"/>
            <p14:sldId id="928"/>
            <p14:sldId id="929"/>
            <p14:sldId id="930"/>
            <p14:sldId id="950"/>
            <p14:sldId id="951"/>
            <p14:sldId id="952"/>
            <p14:sldId id="953"/>
            <p14:sldId id="954"/>
            <p14:sldId id="931"/>
            <p14:sldId id="932"/>
            <p14:sldId id="933"/>
            <p14:sldId id="934"/>
            <p14:sldId id="935"/>
            <p14:sldId id="936"/>
            <p14:sldId id="937"/>
            <p14:sldId id="938"/>
            <p14:sldId id="939"/>
            <p14:sldId id="940"/>
            <p14:sldId id="941"/>
            <p14:sldId id="942"/>
            <p14:sldId id="943"/>
            <p14:sldId id="944"/>
            <p14:sldId id="945"/>
            <p14:sldId id="696"/>
            <p14:sldId id="668"/>
            <p14:sldId id="669"/>
            <p14:sldId id="685"/>
            <p14:sldId id="670"/>
            <p14:sldId id="671"/>
            <p14:sldId id="915"/>
            <p14:sldId id="672"/>
            <p14:sldId id="701"/>
            <p14:sldId id="702"/>
            <p14:sldId id="703"/>
            <p14:sldId id="946"/>
            <p14:sldId id="947"/>
            <p14:sldId id="948"/>
            <p14:sldId id="949"/>
            <p14:sldId id="677"/>
            <p14:sldId id="678"/>
            <p14:sldId id="697"/>
          </p14:sldIdLst>
        </p14:section>
        <p14:section name="Conclusion" id="{10E03AB1-9AA8-4E86-9A64-D741901E50A2}">
          <p14:sldIdLst>
            <p14:sldId id="349"/>
            <p14:sldId id="428"/>
            <p14:sldId id="401"/>
            <p14:sldId id="704"/>
            <p14:sldId id="705"/>
            <p14:sldId id="706"/>
            <p14:sldId id="7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D9"/>
    <a:srgbClr val="FFA72A"/>
    <a:srgbClr val="F0F5FA"/>
    <a:srgbClr val="1A8AFA"/>
    <a:srgbClr val="0097CC"/>
    <a:srgbClr val="FDFFFF"/>
    <a:srgbClr val="603A14"/>
    <a:srgbClr val="E85C0E"/>
    <a:srgbClr val="BAB398"/>
    <a:srgbClr val="ADA4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BBE05-4777-44E4-8AFC-ACCF2D3246A3}" v="230" dt="2020-05-11T14:35:58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533" autoAdjust="0"/>
  </p:normalViewPr>
  <p:slideViewPr>
    <p:cSldViewPr>
      <p:cViewPr varScale="1">
        <p:scale>
          <a:sx n="110" d="100"/>
          <a:sy n="110" d="100"/>
        </p:scale>
        <p:origin x="558" y="10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notesMaster" Target="notesMasters/notesMaster1.xml"/><Relationship Id="rId128" Type="http://schemas.openxmlformats.org/officeDocument/2006/relationships/tableStyles" Target="tableStyle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handoutMaster" Target="handoutMasters/handoutMaster1.xml"/><Relationship Id="rId129" Type="http://schemas.microsoft.com/office/2016/11/relationships/changesInfo" Target="changesInfos/changesInfo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microsoft.com/office/2015/10/relationships/revisionInfo" Target="revisionInfo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slideMaster" Target="slideMasters/slideMaster2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26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mitar Zahariev" userId="b84e4ebc77879e88" providerId="LiveId" clId="{EBEE3A49-0BEE-495E-B588-8A38F8722E16}"/>
    <pc:docChg chg="undo redo custSel addSld delSld modSld sldOrd modMainMaster modSection">
      <pc:chgData name="Dimitar Zahariev" userId="b84e4ebc77879e88" providerId="LiveId" clId="{EBEE3A49-0BEE-495E-B588-8A38F8722E16}" dt="2019-09-17T12:49:43.203" v="8171" actId="20577"/>
      <pc:docMkLst>
        <pc:docMk/>
      </pc:docMkLst>
      <pc:sldChg chg="add">
        <pc:chgData name="Dimitar Zahariev" userId="b84e4ebc77879e88" providerId="LiveId" clId="{EBEE3A49-0BEE-495E-B588-8A38F8722E16}" dt="2019-09-09T07:25:55.730" v="287"/>
        <pc:sldMkLst>
          <pc:docMk/>
          <pc:sldMk cId="360225447" sldId="294"/>
        </pc:sldMkLst>
      </pc:sldChg>
      <pc:sldChg chg="modSp ord">
        <pc:chgData name="Dimitar Zahariev" userId="b84e4ebc77879e88" providerId="LiveId" clId="{EBEE3A49-0BEE-495E-B588-8A38F8722E16}" dt="2019-09-10T15:22:54.390" v="7483" actId="20577"/>
        <pc:sldMkLst>
          <pc:docMk/>
          <pc:sldMk cId="1909796700" sldId="402"/>
        </pc:sldMkLst>
        <pc:spChg chg="mod">
          <ac:chgData name="Dimitar Zahariev" userId="b84e4ebc77879e88" providerId="LiveId" clId="{EBEE3A49-0BEE-495E-B588-8A38F8722E16}" dt="2019-09-10T15:22:49.883" v="7481" actId="20577"/>
          <ac:spMkLst>
            <pc:docMk/>
            <pc:sldMk cId="1909796700" sldId="402"/>
            <ac:spMk id="9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5:22:54.390" v="7483" actId="20577"/>
          <ac:spMkLst>
            <pc:docMk/>
            <pc:sldMk cId="1909796700" sldId="402"/>
            <ac:spMk id="10" creationId="{00000000-0000-0000-0000-000000000000}"/>
          </ac:spMkLst>
        </pc:spChg>
      </pc:sldChg>
      <pc:sldChg chg="modSp add del">
        <pc:chgData name="Dimitar Zahariev" userId="b84e4ebc77879e88" providerId="LiveId" clId="{EBEE3A49-0BEE-495E-B588-8A38F8722E16}" dt="2019-09-09T07:25:04.709" v="259" actId="2696"/>
        <pc:sldMkLst>
          <pc:docMk/>
          <pc:sldMk cId="1734195716" sldId="411"/>
        </pc:sldMkLst>
        <pc:spChg chg="mod">
          <ac:chgData name="Dimitar Zahariev" userId="b84e4ebc77879e88" providerId="LiveId" clId="{EBEE3A49-0BEE-495E-B588-8A38F8722E16}" dt="2019-09-09T07:21:59.810" v="188" actId="20577"/>
          <ac:spMkLst>
            <pc:docMk/>
            <pc:sldMk cId="1734195716" sldId="411"/>
            <ac:spMk id="6" creationId="{D329B28C-47EF-4462-BD8A-25349090958E}"/>
          </ac:spMkLst>
        </pc:spChg>
      </pc:sldChg>
      <pc:sldChg chg="modSp">
        <pc:chgData name="Dimitar Zahariev" userId="b84e4ebc77879e88" providerId="LiveId" clId="{EBEE3A49-0BEE-495E-B588-8A38F8722E16}" dt="2019-09-09T07:22:25.705" v="204" actId="12"/>
        <pc:sldMkLst>
          <pc:docMk/>
          <pc:sldMk cId="2164761236" sldId="532"/>
        </pc:sldMkLst>
        <pc:spChg chg="mod">
          <ac:chgData name="Dimitar Zahariev" userId="b84e4ebc77879e88" providerId="LiveId" clId="{EBEE3A49-0BEE-495E-B588-8A38F8722E16}" dt="2019-09-09T07:22:25.705" v="204" actId="12"/>
          <ac:spMkLst>
            <pc:docMk/>
            <pc:sldMk cId="2164761236" sldId="532"/>
            <ac:spMk id="3" creationId="{CCBBA88C-C72C-46FC-B1CD-F9B946D90BB3}"/>
          </ac:spMkLst>
        </pc:spChg>
        <pc:spChg chg="mod">
          <ac:chgData name="Dimitar Zahariev" userId="b84e4ebc77879e88" providerId="LiveId" clId="{EBEE3A49-0BEE-495E-B588-8A38F8722E16}" dt="2019-09-09T07:22:15.353" v="203" actId="20577"/>
          <ac:spMkLst>
            <pc:docMk/>
            <pc:sldMk cId="2164761236" sldId="532"/>
            <ac:spMk id="4" creationId="{0141AF62-65D2-47C8-ACCC-4D20F874D323}"/>
          </ac:spMkLst>
        </pc:spChg>
      </pc:sldChg>
      <pc:sldChg chg="del">
        <pc:chgData name="Dimitar Zahariev" userId="b84e4ebc77879e88" providerId="LiveId" clId="{EBEE3A49-0BEE-495E-B588-8A38F8722E16}" dt="2019-09-09T13:07:42.938" v="600" actId="2696"/>
        <pc:sldMkLst>
          <pc:docMk/>
          <pc:sldMk cId="491881752" sldId="598"/>
        </pc:sldMkLst>
      </pc:sldChg>
      <pc:sldChg chg="del">
        <pc:chgData name="Dimitar Zahariev" userId="b84e4ebc77879e88" providerId="LiveId" clId="{EBEE3A49-0BEE-495E-B588-8A38F8722E16}" dt="2019-09-09T13:11:55.400" v="720" actId="2696"/>
        <pc:sldMkLst>
          <pc:docMk/>
          <pc:sldMk cId="4224873206" sldId="599"/>
        </pc:sldMkLst>
      </pc:sldChg>
      <pc:sldChg chg="modSp add ord modAnim">
        <pc:chgData name="Dimitar Zahariev" userId="b84e4ebc77879e88" providerId="LiveId" clId="{EBEE3A49-0BEE-495E-B588-8A38F8722E16}" dt="2019-09-09T14:10:45.195" v="1723" actId="1037"/>
        <pc:sldMkLst>
          <pc:docMk/>
          <pc:sldMk cId="301502599" sldId="600"/>
        </pc:sldMkLst>
        <pc:spChg chg="mod">
          <ac:chgData name="Dimitar Zahariev" userId="b84e4ebc77879e88" providerId="LiveId" clId="{EBEE3A49-0BEE-495E-B588-8A38F8722E16}" dt="2019-09-09T14:10:14.818" v="1716" actId="14100"/>
          <ac:spMkLst>
            <pc:docMk/>
            <pc:sldMk cId="301502599" sldId="600"/>
            <ac:spMk id="7" creationId="{EEB68805-7634-4D63-8FA0-2B3F36F3727F}"/>
          </ac:spMkLst>
        </pc:spChg>
        <pc:spChg chg="mod">
          <ac:chgData name="Dimitar Zahariev" userId="b84e4ebc77879e88" providerId="LiveId" clId="{EBEE3A49-0BEE-495E-B588-8A38F8722E16}" dt="2019-09-09T14:05:27.108" v="1688" actId="6549"/>
          <ac:spMkLst>
            <pc:docMk/>
            <pc:sldMk cId="301502599" sldId="600"/>
            <ac:spMk id="8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10:23.581" v="1718" actId="1076"/>
          <ac:spMkLst>
            <pc:docMk/>
            <pc:sldMk cId="301502599" sldId="600"/>
            <ac:spMk id="9" creationId="{05DF080D-8D75-465A-A949-42A74D2EFD49}"/>
          </ac:spMkLst>
        </pc:spChg>
        <pc:grpChg chg="mod">
          <ac:chgData name="Dimitar Zahariev" userId="b84e4ebc77879e88" providerId="LiveId" clId="{EBEE3A49-0BEE-495E-B588-8A38F8722E16}" dt="2019-09-09T14:10:45.195" v="1723" actId="1037"/>
          <ac:grpSpMkLst>
            <pc:docMk/>
            <pc:sldMk cId="301502599" sldId="600"/>
            <ac:grpSpMk id="6" creationId="{3484A092-DB54-4973-8B46-732BF11F78A1}"/>
          </ac:grpSpMkLst>
        </pc:grpChg>
      </pc:sldChg>
      <pc:sldChg chg="del">
        <pc:chgData name="Dimitar Zahariev" userId="b84e4ebc77879e88" providerId="LiveId" clId="{EBEE3A49-0BEE-495E-B588-8A38F8722E16}" dt="2019-09-09T07:45:30.584" v="337" actId="2696"/>
        <pc:sldMkLst>
          <pc:docMk/>
          <pc:sldMk cId="2545362915" sldId="600"/>
        </pc:sldMkLst>
      </pc:sldChg>
      <pc:sldChg chg="add del ord">
        <pc:chgData name="Dimitar Zahariev" userId="b84e4ebc77879e88" providerId="LiveId" clId="{EBEE3A49-0BEE-495E-B588-8A38F8722E16}" dt="2019-09-09T13:35:41.444" v="889" actId="2696"/>
        <pc:sldMkLst>
          <pc:docMk/>
          <pc:sldMk cId="289770124" sldId="601"/>
        </pc:sldMkLst>
      </pc:sldChg>
      <pc:sldChg chg="del">
        <pc:chgData name="Dimitar Zahariev" userId="b84e4ebc77879e88" providerId="LiveId" clId="{EBEE3A49-0BEE-495E-B588-8A38F8722E16}" dt="2019-09-09T07:45:30.604" v="338" actId="2696"/>
        <pc:sldMkLst>
          <pc:docMk/>
          <pc:sldMk cId="651402988" sldId="601"/>
        </pc:sldMkLst>
      </pc:sldChg>
      <pc:sldChg chg="del">
        <pc:chgData name="Dimitar Zahariev" userId="b84e4ebc77879e88" providerId="LiveId" clId="{EBEE3A49-0BEE-495E-B588-8A38F8722E16}" dt="2019-09-09T07:45:30.640" v="339" actId="2696"/>
        <pc:sldMkLst>
          <pc:docMk/>
          <pc:sldMk cId="118261392" sldId="602"/>
        </pc:sldMkLst>
      </pc:sldChg>
      <pc:sldChg chg="modSp add ord">
        <pc:chgData name="Dimitar Zahariev" userId="b84e4ebc77879e88" providerId="LiveId" clId="{EBEE3A49-0BEE-495E-B588-8A38F8722E16}" dt="2019-09-10T12:03:27.350" v="6908" actId="113"/>
        <pc:sldMkLst>
          <pc:docMk/>
          <pc:sldMk cId="2561201531" sldId="602"/>
        </pc:sldMkLst>
        <pc:spChg chg="mod">
          <ac:chgData name="Dimitar Zahariev" userId="b84e4ebc77879e88" providerId="LiveId" clId="{EBEE3A49-0BEE-495E-B588-8A38F8722E16}" dt="2019-09-09T14:09:37.132" v="1713" actId="14100"/>
          <ac:spMkLst>
            <pc:docMk/>
            <pc:sldMk cId="2561201531" sldId="602"/>
            <ac:spMk id="5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09:40.260" v="1714" actId="1076"/>
          <ac:spMkLst>
            <pc:docMk/>
            <pc:sldMk cId="2561201531" sldId="602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2:03:27.350" v="6908" actId="113"/>
          <ac:spMkLst>
            <pc:docMk/>
            <pc:sldMk cId="2561201531" sldId="602"/>
            <ac:spMk id="8" creationId="{00000000-0000-0000-0000-000000000000}"/>
          </ac:spMkLst>
        </pc:spChg>
        <pc:grpChg chg="mod">
          <ac:chgData name="Dimitar Zahariev" userId="b84e4ebc77879e88" providerId="LiveId" clId="{EBEE3A49-0BEE-495E-B588-8A38F8722E16}" dt="2019-09-09T14:09:45.542" v="1715" actId="1076"/>
          <ac:grpSpMkLst>
            <pc:docMk/>
            <pc:sldMk cId="2561201531" sldId="602"/>
            <ac:grpSpMk id="7" creationId="{00000000-0000-0000-0000-000000000000}"/>
          </ac:grpSpMkLst>
        </pc:grpChg>
      </pc:sldChg>
      <pc:sldChg chg="ord">
        <pc:chgData name="Dimitar Zahariev" userId="b84e4ebc77879e88" providerId="LiveId" clId="{EBEE3A49-0BEE-495E-B588-8A38F8722E16}" dt="2019-09-09T20:19:27.412" v="2582"/>
        <pc:sldMkLst>
          <pc:docMk/>
          <pc:sldMk cId="3338762385" sldId="604"/>
        </pc:sldMkLst>
      </pc:sldChg>
      <pc:sldChg chg="modSp">
        <pc:chgData name="Dimitar Zahariev" userId="b84e4ebc77879e88" providerId="LiveId" clId="{EBEE3A49-0BEE-495E-B588-8A38F8722E16}" dt="2019-09-09T13:23:19.121" v="733" actId="20577"/>
        <pc:sldMkLst>
          <pc:docMk/>
          <pc:sldMk cId="2925320098" sldId="605"/>
        </pc:sldMkLst>
        <pc:spChg chg="mod">
          <ac:chgData name="Dimitar Zahariev" userId="b84e4ebc77879e88" providerId="LiveId" clId="{EBEE3A49-0BEE-495E-B588-8A38F8722E16}" dt="2019-09-09T13:23:19.121" v="733" actId="20577"/>
          <ac:spMkLst>
            <pc:docMk/>
            <pc:sldMk cId="2925320098" sldId="605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07:53:22.051" v="367" actId="1076"/>
          <ac:spMkLst>
            <pc:docMk/>
            <pc:sldMk cId="2925320098" sldId="605"/>
            <ac:spMk id="38" creationId="{00000000-0000-0000-0000-000000000000}"/>
          </ac:spMkLst>
        </pc:spChg>
      </pc:sldChg>
      <pc:sldChg chg="del">
        <pc:chgData name="Dimitar Zahariev" userId="b84e4ebc77879e88" providerId="LiveId" clId="{EBEE3A49-0BEE-495E-B588-8A38F8722E16}" dt="2019-09-09T13:41:54.015" v="1008" actId="2696"/>
        <pc:sldMkLst>
          <pc:docMk/>
          <pc:sldMk cId="2021961598" sldId="607"/>
        </pc:sldMkLst>
      </pc:sldChg>
      <pc:sldChg chg="del">
        <pc:chgData name="Dimitar Zahariev" userId="b84e4ebc77879e88" providerId="LiveId" clId="{EBEE3A49-0BEE-495E-B588-8A38F8722E16}" dt="2019-09-09T13:43:16.394" v="1103" actId="2696"/>
        <pc:sldMkLst>
          <pc:docMk/>
          <pc:sldMk cId="549654911" sldId="608"/>
        </pc:sldMkLst>
      </pc:sldChg>
      <pc:sldChg chg="del">
        <pc:chgData name="Dimitar Zahariev" userId="b84e4ebc77879e88" providerId="LiveId" clId="{EBEE3A49-0BEE-495E-B588-8A38F8722E16}" dt="2019-09-09T13:47:38.443" v="1249" actId="2696"/>
        <pc:sldMkLst>
          <pc:docMk/>
          <pc:sldMk cId="3558949304" sldId="609"/>
        </pc:sldMkLst>
      </pc:sldChg>
      <pc:sldChg chg="del">
        <pc:chgData name="Dimitar Zahariev" userId="b84e4ebc77879e88" providerId="LiveId" clId="{EBEE3A49-0BEE-495E-B588-8A38F8722E16}" dt="2019-09-09T13:55:42.309" v="1382" actId="2696"/>
        <pc:sldMkLst>
          <pc:docMk/>
          <pc:sldMk cId="3513824723" sldId="610"/>
        </pc:sldMkLst>
      </pc:sldChg>
      <pc:sldChg chg="del">
        <pc:chgData name="Dimitar Zahariev" userId="b84e4ebc77879e88" providerId="LiveId" clId="{EBEE3A49-0BEE-495E-B588-8A38F8722E16}" dt="2019-09-09T13:59:27.973" v="1525" actId="2696"/>
        <pc:sldMkLst>
          <pc:docMk/>
          <pc:sldMk cId="281143778" sldId="611"/>
        </pc:sldMkLst>
      </pc:sldChg>
      <pc:sldChg chg="del">
        <pc:chgData name="Dimitar Zahariev" userId="b84e4ebc77879e88" providerId="LiveId" clId="{EBEE3A49-0BEE-495E-B588-8A38F8722E16}" dt="2019-09-09T14:02:11.719" v="1642" actId="2696"/>
        <pc:sldMkLst>
          <pc:docMk/>
          <pc:sldMk cId="918271279" sldId="612"/>
        </pc:sldMkLst>
      </pc:sldChg>
      <pc:sldChg chg="modSp modAnim">
        <pc:chgData name="Dimitar Zahariev" userId="b84e4ebc77879e88" providerId="LiveId" clId="{EBEE3A49-0BEE-495E-B588-8A38F8722E16}" dt="2019-09-09T14:11:43.676" v="1729" actId="113"/>
        <pc:sldMkLst>
          <pc:docMk/>
          <pc:sldMk cId="3950382023" sldId="614"/>
        </pc:sldMkLst>
        <pc:spChg chg="mod">
          <ac:chgData name="Dimitar Zahariev" userId="b84e4ebc77879e88" providerId="LiveId" clId="{EBEE3A49-0BEE-495E-B588-8A38F8722E16}" dt="2019-09-09T14:11:43.676" v="1729" actId="113"/>
          <ac:spMkLst>
            <pc:docMk/>
            <pc:sldMk cId="3950382023" sldId="614"/>
            <ac:spMk id="3" creationId="{00000000-0000-0000-0000-000000000000}"/>
          </ac:spMkLst>
        </pc:spChg>
      </pc:sldChg>
      <pc:sldChg chg="modSp">
        <pc:chgData name="Dimitar Zahariev" userId="b84e4ebc77879e88" providerId="LiveId" clId="{EBEE3A49-0BEE-495E-B588-8A38F8722E16}" dt="2019-09-09T14:12:09.317" v="1732" actId="113"/>
        <pc:sldMkLst>
          <pc:docMk/>
          <pc:sldMk cId="1224771054" sldId="615"/>
        </pc:sldMkLst>
        <pc:spChg chg="mod">
          <ac:chgData name="Dimitar Zahariev" userId="b84e4ebc77879e88" providerId="LiveId" clId="{EBEE3A49-0BEE-495E-B588-8A38F8722E16}" dt="2019-09-09T14:12:09.317" v="1732" actId="113"/>
          <ac:spMkLst>
            <pc:docMk/>
            <pc:sldMk cId="1224771054" sldId="615"/>
            <ac:spMk id="3" creationId="{00000000-0000-0000-0000-000000000000}"/>
          </ac:spMkLst>
        </pc:spChg>
      </pc:sldChg>
      <pc:sldChg chg="del">
        <pc:chgData name="Dimitar Zahariev" userId="b84e4ebc77879e88" providerId="LiveId" clId="{EBEE3A49-0BEE-495E-B588-8A38F8722E16}" dt="2019-09-09T07:33:36.841" v="311" actId="2696"/>
        <pc:sldMkLst>
          <pc:docMk/>
          <pc:sldMk cId="50999542" sldId="616"/>
        </pc:sldMkLst>
      </pc:sldChg>
      <pc:sldChg chg="del">
        <pc:chgData name="Dimitar Zahariev" userId="b84e4ebc77879e88" providerId="LiveId" clId="{EBEE3A49-0BEE-495E-B588-8A38F8722E16}" dt="2019-09-09T14:30:44.221" v="1843" actId="2696"/>
        <pc:sldMkLst>
          <pc:docMk/>
          <pc:sldMk cId="2846798353" sldId="624"/>
        </pc:sldMkLst>
      </pc:sldChg>
      <pc:sldChg chg="del">
        <pc:chgData name="Dimitar Zahariev" userId="b84e4ebc77879e88" providerId="LiveId" clId="{EBEE3A49-0BEE-495E-B588-8A38F8722E16}" dt="2019-09-09T14:36:30.511" v="2007" actId="2696"/>
        <pc:sldMkLst>
          <pc:docMk/>
          <pc:sldMk cId="4226088983" sldId="625"/>
        </pc:sldMkLst>
      </pc:sldChg>
      <pc:sldChg chg="modSp">
        <pc:chgData name="Dimitar Zahariev" userId="b84e4ebc77879e88" providerId="LiveId" clId="{EBEE3A49-0BEE-495E-B588-8A38F8722E16}" dt="2019-09-09T14:39:51.836" v="2061" actId="20577"/>
        <pc:sldMkLst>
          <pc:docMk/>
          <pc:sldMk cId="149249361" sldId="626"/>
        </pc:sldMkLst>
        <pc:spChg chg="mod">
          <ac:chgData name="Dimitar Zahariev" userId="b84e4ebc77879e88" providerId="LiveId" clId="{EBEE3A49-0BEE-495E-B588-8A38F8722E16}" dt="2019-09-09T14:39:51.836" v="2061" actId="20577"/>
          <ac:spMkLst>
            <pc:docMk/>
            <pc:sldMk cId="149249361" sldId="626"/>
            <ac:spMk id="4" creationId="{00000000-0000-0000-0000-000000000000}"/>
          </ac:spMkLst>
        </pc:spChg>
      </pc:sldChg>
      <pc:sldChg chg="modSp">
        <pc:chgData name="Dimitar Zahariev" userId="b84e4ebc77879e88" providerId="LiveId" clId="{EBEE3A49-0BEE-495E-B588-8A38F8722E16}" dt="2019-09-09T14:39:41.471" v="2054" actId="20577"/>
        <pc:sldMkLst>
          <pc:docMk/>
          <pc:sldMk cId="669101259" sldId="627"/>
        </pc:sldMkLst>
        <pc:spChg chg="mod">
          <ac:chgData name="Dimitar Zahariev" userId="b84e4ebc77879e88" providerId="LiveId" clId="{EBEE3A49-0BEE-495E-B588-8A38F8722E16}" dt="2019-09-09T14:39:41.471" v="2054" actId="20577"/>
          <ac:spMkLst>
            <pc:docMk/>
            <pc:sldMk cId="669101259" sldId="627"/>
            <ac:spMk id="4" creationId="{00000000-0000-0000-0000-000000000000}"/>
          </ac:spMkLst>
        </pc:spChg>
      </pc:sldChg>
      <pc:sldChg chg="del">
        <pc:chgData name="Dimitar Zahariev" userId="b84e4ebc77879e88" providerId="LiveId" clId="{EBEE3A49-0BEE-495E-B588-8A38F8722E16}" dt="2019-09-09T14:47:31.221" v="2279" actId="2696"/>
        <pc:sldMkLst>
          <pc:docMk/>
          <pc:sldMk cId="1387704029" sldId="628"/>
        </pc:sldMkLst>
      </pc:sldChg>
      <pc:sldChg chg="del">
        <pc:chgData name="Dimitar Zahariev" userId="b84e4ebc77879e88" providerId="LiveId" clId="{EBEE3A49-0BEE-495E-B588-8A38F8722E16}" dt="2019-09-09T15:07:11.938" v="2496" actId="2696"/>
        <pc:sldMkLst>
          <pc:docMk/>
          <pc:sldMk cId="1193620157" sldId="629"/>
        </pc:sldMkLst>
      </pc:sldChg>
      <pc:sldChg chg="modSp add modAnim">
        <pc:chgData name="Dimitar Zahariev" userId="b84e4ebc77879e88" providerId="LiveId" clId="{EBEE3A49-0BEE-495E-B588-8A38F8722E16}" dt="2019-09-09T13:23:33.424" v="760" actId="20577"/>
        <pc:sldMkLst>
          <pc:docMk/>
          <pc:sldMk cId="3183025772" sldId="631"/>
        </pc:sldMkLst>
        <pc:spChg chg="mod">
          <ac:chgData name="Dimitar Zahariev" userId="b84e4ebc77879e88" providerId="LiveId" clId="{EBEE3A49-0BEE-495E-B588-8A38F8722E16}" dt="2019-09-09T13:23:33.424" v="760" actId="20577"/>
          <ac:spMkLst>
            <pc:docMk/>
            <pc:sldMk cId="3183025772" sldId="631"/>
            <ac:spMk id="4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20:19:06.444" v="2581" actId="20577"/>
        <pc:sldMkLst>
          <pc:docMk/>
          <pc:sldMk cId="941561018" sldId="632"/>
        </pc:sldMkLst>
        <pc:spChg chg="mod">
          <ac:chgData name="Dimitar Zahariev" userId="b84e4ebc77879e88" providerId="LiveId" clId="{EBEE3A49-0BEE-495E-B588-8A38F8722E16}" dt="2019-09-09T20:19:06.444" v="2581" actId="20577"/>
          <ac:spMkLst>
            <pc:docMk/>
            <pc:sldMk cId="941561018" sldId="632"/>
            <ac:spMk id="3" creationId="{00000000-0000-0000-0000-000000000000}"/>
          </ac:spMkLst>
        </pc:spChg>
      </pc:sldChg>
      <pc:sldChg chg="modSp modAnim">
        <pc:chgData name="Dimitar Zahariev" userId="b84e4ebc77879e88" providerId="LiveId" clId="{EBEE3A49-0BEE-495E-B588-8A38F8722E16}" dt="2019-09-09T15:08:48.325" v="2532" actId="20577"/>
        <pc:sldMkLst>
          <pc:docMk/>
          <pc:sldMk cId="2291333586" sldId="633"/>
        </pc:sldMkLst>
        <pc:spChg chg="mod">
          <ac:chgData name="Dimitar Zahariev" userId="b84e4ebc77879e88" providerId="LiveId" clId="{EBEE3A49-0BEE-495E-B588-8A38F8722E16}" dt="2019-09-09T15:08:48.325" v="2532" actId="20577"/>
          <ac:spMkLst>
            <pc:docMk/>
            <pc:sldMk cId="2291333586" sldId="633"/>
            <ac:spMk id="3" creationId="{00000000-0000-0000-0000-000000000000}"/>
          </ac:spMkLst>
        </pc:spChg>
      </pc:sldChg>
      <pc:sldChg chg="del">
        <pc:chgData name="Dimitar Zahariev" userId="b84e4ebc77879e88" providerId="LiveId" clId="{EBEE3A49-0BEE-495E-B588-8A38F8722E16}" dt="2019-09-10T07:06:38.431" v="2869" actId="2696"/>
        <pc:sldMkLst>
          <pc:docMk/>
          <pc:sldMk cId="4074008445" sldId="635"/>
        </pc:sldMkLst>
      </pc:sldChg>
      <pc:sldChg chg="del">
        <pc:chgData name="Dimitar Zahariev" userId="b84e4ebc77879e88" providerId="LiveId" clId="{EBEE3A49-0BEE-495E-B588-8A38F8722E16}" dt="2019-09-10T07:11:45.337" v="2953" actId="2696"/>
        <pc:sldMkLst>
          <pc:docMk/>
          <pc:sldMk cId="3297445776" sldId="636"/>
        </pc:sldMkLst>
      </pc:sldChg>
      <pc:sldChg chg="del">
        <pc:chgData name="Dimitar Zahariev" userId="b84e4ebc77879e88" providerId="LiveId" clId="{EBEE3A49-0BEE-495E-B588-8A38F8722E16}" dt="2019-09-10T07:13:41.613" v="3085" actId="2696"/>
        <pc:sldMkLst>
          <pc:docMk/>
          <pc:sldMk cId="794252110" sldId="637"/>
        </pc:sldMkLst>
      </pc:sldChg>
      <pc:sldChg chg="del">
        <pc:chgData name="Dimitar Zahariev" userId="b84e4ebc77879e88" providerId="LiveId" clId="{EBEE3A49-0BEE-495E-B588-8A38F8722E16}" dt="2019-09-10T07:16:44.897" v="3162" actId="2696"/>
        <pc:sldMkLst>
          <pc:docMk/>
          <pc:sldMk cId="649624783" sldId="638"/>
        </pc:sldMkLst>
      </pc:sldChg>
      <pc:sldChg chg="del">
        <pc:chgData name="Dimitar Zahariev" userId="b84e4ebc77879e88" providerId="LiveId" clId="{EBEE3A49-0BEE-495E-B588-8A38F8722E16}" dt="2019-09-10T07:19:08.039" v="3212" actId="2696"/>
        <pc:sldMkLst>
          <pc:docMk/>
          <pc:sldMk cId="1217094572" sldId="639"/>
        </pc:sldMkLst>
      </pc:sldChg>
      <pc:sldChg chg="del">
        <pc:chgData name="Dimitar Zahariev" userId="b84e4ebc77879e88" providerId="LiveId" clId="{EBEE3A49-0BEE-495E-B588-8A38F8722E16}" dt="2019-09-10T07:20:29.425" v="3301" actId="2696"/>
        <pc:sldMkLst>
          <pc:docMk/>
          <pc:sldMk cId="3558153132" sldId="640"/>
        </pc:sldMkLst>
      </pc:sldChg>
      <pc:sldChg chg="del">
        <pc:chgData name="Dimitar Zahariev" userId="b84e4ebc77879e88" providerId="LiveId" clId="{EBEE3A49-0BEE-495E-B588-8A38F8722E16}" dt="2019-09-10T07:24:09.347" v="3461" actId="2696"/>
        <pc:sldMkLst>
          <pc:docMk/>
          <pc:sldMk cId="2445568523" sldId="641"/>
        </pc:sldMkLst>
      </pc:sldChg>
      <pc:sldChg chg="del">
        <pc:chgData name="Dimitar Zahariev" userId="b84e4ebc77879e88" providerId="LiveId" clId="{EBEE3A49-0BEE-495E-B588-8A38F8722E16}" dt="2019-09-10T07:27:20.493" v="3547" actId="2696"/>
        <pc:sldMkLst>
          <pc:docMk/>
          <pc:sldMk cId="2777435161" sldId="642"/>
        </pc:sldMkLst>
      </pc:sldChg>
      <pc:sldChg chg="modSp del modAnim">
        <pc:chgData name="Dimitar Zahariev" userId="b84e4ebc77879e88" providerId="LiveId" clId="{EBEE3A49-0BEE-495E-B588-8A38F8722E16}" dt="2019-09-10T07:31:08.275" v="3630" actId="2696"/>
        <pc:sldMkLst>
          <pc:docMk/>
          <pc:sldMk cId="1585486091" sldId="643"/>
        </pc:sldMkLst>
        <pc:spChg chg="mod">
          <ac:chgData name="Dimitar Zahariev" userId="b84e4ebc77879e88" providerId="LiveId" clId="{EBEE3A49-0BEE-495E-B588-8A38F8722E16}" dt="2019-09-10T07:27:44.880" v="3553" actId="20577"/>
          <ac:spMkLst>
            <pc:docMk/>
            <pc:sldMk cId="1585486091" sldId="643"/>
            <ac:spMk id="3" creationId="{00000000-0000-0000-0000-000000000000}"/>
          </ac:spMkLst>
        </pc:spChg>
      </pc:sldChg>
      <pc:sldChg chg="modSp">
        <pc:chgData name="Dimitar Zahariev" userId="b84e4ebc77879e88" providerId="LiveId" clId="{EBEE3A49-0BEE-495E-B588-8A38F8722E16}" dt="2019-09-10T12:11:02.473" v="6941" actId="20577"/>
        <pc:sldMkLst>
          <pc:docMk/>
          <pc:sldMk cId="3029760484" sldId="648"/>
        </pc:sldMkLst>
        <pc:spChg chg="mod">
          <ac:chgData name="Dimitar Zahariev" userId="b84e4ebc77879e88" providerId="LiveId" clId="{EBEE3A49-0BEE-495E-B588-8A38F8722E16}" dt="2019-09-10T12:11:02.473" v="6941" actId="20577"/>
          <ac:spMkLst>
            <pc:docMk/>
            <pc:sldMk cId="3029760484" sldId="648"/>
            <ac:spMk id="52" creationId="{00000000-0000-0000-0000-000000000000}"/>
          </ac:spMkLst>
        </pc:spChg>
      </pc:sldChg>
      <pc:sldChg chg="addSp modSp modAnim">
        <pc:chgData name="Dimitar Zahariev" userId="b84e4ebc77879e88" providerId="LiveId" clId="{EBEE3A49-0BEE-495E-B588-8A38F8722E16}" dt="2019-09-16T08:18:06.346" v="7564" actId="1076"/>
        <pc:sldMkLst>
          <pc:docMk/>
          <pc:sldMk cId="1789217676" sldId="649"/>
        </pc:sldMkLst>
        <pc:spChg chg="mod">
          <ac:chgData name="Dimitar Zahariev" userId="b84e4ebc77879e88" providerId="LiveId" clId="{EBEE3A49-0BEE-495E-B588-8A38F8722E16}" dt="2019-09-16T08:17:49.015" v="7562" actId="20577"/>
          <ac:spMkLst>
            <pc:docMk/>
            <pc:sldMk cId="1789217676" sldId="649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14:29.692" v="7495" actId="20577"/>
          <ac:spMkLst>
            <pc:docMk/>
            <pc:sldMk cId="1789217676" sldId="649"/>
            <ac:spMk id="4" creationId="{00000000-0000-0000-0000-000000000000}"/>
          </ac:spMkLst>
        </pc:spChg>
        <pc:spChg chg="add mod">
          <ac:chgData name="Dimitar Zahariev" userId="b84e4ebc77879e88" providerId="LiveId" clId="{EBEE3A49-0BEE-495E-B588-8A38F8722E16}" dt="2019-09-16T08:18:06.346" v="7564" actId="1076"/>
          <ac:spMkLst>
            <pc:docMk/>
            <pc:sldMk cId="1789217676" sldId="649"/>
            <ac:spMk id="5" creationId="{456889FF-0642-4A3A-BEDC-E576A2046762}"/>
          </ac:spMkLst>
        </pc:spChg>
      </pc:sldChg>
      <pc:sldChg chg="del">
        <pc:chgData name="Dimitar Zahariev" userId="b84e4ebc77879e88" providerId="LiveId" clId="{EBEE3A49-0BEE-495E-B588-8A38F8722E16}" dt="2019-09-10T07:43:21.300" v="3783" actId="2696"/>
        <pc:sldMkLst>
          <pc:docMk/>
          <pc:sldMk cId="3933653374" sldId="652"/>
        </pc:sldMkLst>
      </pc:sldChg>
      <pc:sldChg chg="del">
        <pc:chgData name="Dimitar Zahariev" userId="b84e4ebc77879e88" providerId="LiveId" clId="{EBEE3A49-0BEE-495E-B588-8A38F8722E16}" dt="2019-09-10T07:46:17.240" v="3982" actId="2696"/>
        <pc:sldMkLst>
          <pc:docMk/>
          <pc:sldMk cId="990274594" sldId="653"/>
        </pc:sldMkLst>
      </pc:sldChg>
      <pc:sldChg chg="del">
        <pc:chgData name="Dimitar Zahariev" userId="b84e4ebc77879e88" providerId="LiveId" clId="{EBEE3A49-0BEE-495E-B588-8A38F8722E16}" dt="2019-09-10T07:48:18.857" v="4115" actId="2696"/>
        <pc:sldMkLst>
          <pc:docMk/>
          <pc:sldMk cId="1812769533" sldId="654"/>
        </pc:sldMkLst>
      </pc:sldChg>
      <pc:sldChg chg="modSp del">
        <pc:chgData name="Dimitar Zahariev" userId="b84e4ebc77879e88" providerId="LiveId" clId="{EBEE3A49-0BEE-495E-B588-8A38F8722E16}" dt="2019-09-10T08:00:53.246" v="4368" actId="2696"/>
        <pc:sldMkLst>
          <pc:docMk/>
          <pc:sldMk cId="2709506776" sldId="655"/>
        </pc:sldMkLst>
        <pc:spChg chg="mod">
          <ac:chgData name="Dimitar Zahariev" userId="b84e4ebc77879e88" providerId="LiveId" clId="{EBEE3A49-0BEE-495E-B588-8A38F8722E16}" dt="2019-08-26T12:03:32.426" v="173" actId="33524"/>
          <ac:spMkLst>
            <pc:docMk/>
            <pc:sldMk cId="2709506776" sldId="655"/>
            <ac:spMk id="3" creationId="{00000000-0000-0000-0000-000000000000}"/>
          </ac:spMkLst>
        </pc:spChg>
      </pc:sldChg>
      <pc:sldChg chg="modSp del modAnim">
        <pc:chgData name="Dimitar Zahariev" userId="b84e4ebc77879e88" providerId="LiveId" clId="{EBEE3A49-0BEE-495E-B588-8A38F8722E16}" dt="2019-09-10T08:03:12.562" v="4494" actId="2696"/>
        <pc:sldMkLst>
          <pc:docMk/>
          <pc:sldMk cId="3123369961" sldId="656"/>
        </pc:sldMkLst>
        <pc:spChg chg="mod">
          <ac:chgData name="Dimitar Zahariev" userId="b84e4ebc77879e88" providerId="LiveId" clId="{EBEE3A49-0BEE-495E-B588-8A38F8722E16}" dt="2019-09-10T08:01:21.521" v="4378" actId="20577"/>
          <ac:spMkLst>
            <pc:docMk/>
            <pc:sldMk cId="3123369961" sldId="656"/>
            <ac:spMk id="3" creationId="{00000000-0000-0000-0000-000000000000}"/>
          </ac:spMkLst>
        </pc:spChg>
      </pc:sldChg>
      <pc:sldChg chg="del">
        <pc:chgData name="Dimitar Zahariev" userId="b84e4ebc77879e88" providerId="LiveId" clId="{EBEE3A49-0BEE-495E-B588-8A38F8722E16}" dt="2019-09-10T08:17:38.363" v="5144" actId="2696"/>
        <pc:sldMkLst>
          <pc:docMk/>
          <pc:sldMk cId="262341560" sldId="657"/>
        </pc:sldMkLst>
      </pc:sldChg>
      <pc:sldChg chg="modSp del modAnim">
        <pc:chgData name="Dimitar Zahariev" userId="b84e4ebc77879e88" providerId="LiveId" clId="{EBEE3A49-0BEE-495E-B588-8A38F8722E16}" dt="2019-09-10T08:20:07.019" v="5196" actId="2696"/>
        <pc:sldMkLst>
          <pc:docMk/>
          <pc:sldMk cId="4026069480" sldId="658"/>
        </pc:sldMkLst>
        <pc:spChg chg="mod">
          <ac:chgData name="Dimitar Zahariev" userId="b84e4ebc77879e88" providerId="LiveId" clId="{EBEE3A49-0BEE-495E-B588-8A38F8722E16}" dt="2019-09-10T08:19:46.256" v="5178"/>
          <ac:spMkLst>
            <pc:docMk/>
            <pc:sldMk cId="4026069480" sldId="658"/>
            <ac:spMk id="8" creationId="{00000000-0000-0000-0000-000000000000}"/>
          </ac:spMkLst>
        </pc:spChg>
      </pc:sldChg>
      <pc:sldChg chg="del">
        <pc:chgData name="Dimitar Zahariev" userId="b84e4ebc77879e88" providerId="LiveId" clId="{EBEE3A49-0BEE-495E-B588-8A38F8722E16}" dt="2019-09-10T08:21:24.023" v="5218" actId="2696"/>
        <pc:sldMkLst>
          <pc:docMk/>
          <pc:sldMk cId="3627823292" sldId="659"/>
        </pc:sldMkLst>
      </pc:sldChg>
      <pc:sldChg chg="del">
        <pc:chgData name="Dimitar Zahariev" userId="b84e4ebc77879e88" providerId="LiveId" clId="{EBEE3A49-0BEE-495E-B588-8A38F8722E16}" dt="2019-09-10T08:28:47.821" v="5481" actId="2696"/>
        <pc:sldMkLst>
          <pc:docMk/>
          <pc:sldMk cId="3530392444" sldId="660"/>
        </pc:sldMkLst>
      </pc:sldChg>
      <pc:sldChg chg="del">
        <pc:chgData name="Dimitar Zahariev" userId="b84e4ebc77879e88" providerId="LiveId" clId="{EBEE3A49-0BEE-495E-B588-8A38F8722E16}" dt="2019-09-10T08:39:36.591" v="5554" actId="2696"/>
        <pc:sldMkLst>
          <pc:docMk/>
          <pc:sldMk cId="2047042640" sldId="661"/>
        </pc:sldMkLst>
      </pc:sldChg>
      <pc:sldChg chg="del">
        <pc:chgData name="Dimitar Zahariev" userId="b84e4ebc77879e88" providerId="LiveId" clId="{EBEE3A49-0BEE-495E-B588-8A38F8722E16}" dt="2019-09-10T08:43:50.189" v="5668" actId="2696"/>
        <pc:sldMkLst>
          <pc:docMk/>
          <pc:sldMk cId="406131363" sldId="662"/>
        </pc:sldMkLst>
      </pc:sldChg>
      <pc:sldChg chg="del">
        <pc:chgData name="Dimitar Zahariev" userId="b84e4ebc77879e88" providerId="LiveId" clId="{EBEE3A49-0BEE-495E-B588-8A38F8722E16}" dt="2019-09-10T08:47:55.425" v="5845" actId="2696"/>
        <pc:sldMkLst>
          <pc:docMk/>
          <pc:sldMk cId="2420029954" sldId="663"/>
        </pc:sldMkLst>
      </pc:sldChg>
      <pc:sldChg chg="del">
        <pc:chgData name="Dimitar Zahariev" userId="b84e4ebc77879e88" providerId="LiveId" clId="{EBEE3A49-0BEE-495E-B588-8A38F8722E16}" dt="2019-09-10T08:49:33.399" v="5923" actId="2696"/>
        <pc:sldMkLst>
          <pc:docMk/>
          <pc:sldMk cId="818983956" sldId="664"/>
        </pc:sldMkLst>
      </pc:sldChg>
      <pc:sldChg chg="del">
        <pc:chgData name="Dimitar Zahariev" userId="b84e4ebc77879e88" providerId="LiveId" clId="{EBEE3A49-0BEE-495E-B588-8A38F8722E16}" dt="2019-09-10T08:54:50.941" v="6041" actId="2696"/>
        <pc:sldMkLst>
          <pc:docMk/>
          <pc:sldMk cId="943492846" sldId="665"/>
        </pc:sldMkLst>
      </pc:sldChg>
      <pc:sldChg chg="addSp modSp modAnim">
        <pc:chgData name="Dimitar Zahariev" userId="b84e4ebc77879e88" providerId="LiveId" clId="{EBEE3A49-0BEE-495E-B588-8A38F8722E16}" dt="2019-09-16T08:30:36.855" v="7821" actId="1035"/>
        <pc:sldMkLst>
          <pc:docMk/>
          <pc:sldMk cId="3867777153" sldId="668"/>
        </pc:sldMkLst>
        <pc:spChg chg="mod">
          <ac:chgData name="Dimitar Zahariev" userId="b84e4ebc77879e88" providerId="LiveId" clId="{EBEE3A49-0BEE-495E-B588-8A38F8722E16}" dt="2019-09-16T08:23:14.058" v="7569" actId="20577"/>
          <ac:spMkLst>
            <pc:docMk/>
            <pc:sldMk cId="3867777153" sldId="668"/>
            <ac:spMk id="3" creationId="{00000000-0000-0000-0000-000000000000}"/>
          </ac:spMkLst>
        </pc:spChg>
        <pc:spChg chg="add mod">
          <ac:chgData name="Dimitar Zahariev" userId="b84e4ebc77879e88" providerId="LiveId" clId="{EBEE3A49-0BEE-495E-B588-8A38F8722E16}" dt="2019-09-16T08:30:36.855" v="7821" actId="1035"/>
          <ac:spMkLst>
            <pc:docMk/>
            <pc:sldMk cId="3867777153" sldId="668"/>
            <ac:spMk id="5" creationId="{68BC9381-E624-4689-8065-077A956279F0}"/>
          </ac:spMkLst>
        </pc:spChg>
      </pc:sldChg>
      <pc:sldChg chg="addSp modSp modAnim">
        <pc:chgData name="Dimitar Zahariev" userId="b84e4ebc77879e88" providerId="LiveId" clId="{EBEE3A49-0BEE-495E-B588-8A38F8722E16}" dt="2019-09-16T08:41:29.132" v="8014" actId="20577"/>
        <pc:sldMkLst>
          <pc:docMk/>
          <pc:sldMk cId="3755549185" sldId="670"/>
        </pc:sldMkLst>
        <pc:spChg chg="mod">
          <ac:chgData name="Dimitar Zahariev" userId="b84e4ebc77879e88" providerId="LiveId" clId="{EBEE3A49-0BEE-495E-B588-8A38F8722E16}" dt="2019-09-16T08:40:37.227" v="8002" actId="1035"/>
          <ac:spMkLst>
            <pc:docMk/>
            <pc:sldMk cId="3755549185" sldId="670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41:29.132" v="8014" actId="20577"/>
          <ac:spMkLst>
            <pc:docMk/>
            <pc:sldMk cId="3755549185" sldId="670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36:49.670" v="7835" actId="207"/>
          <ac:spMkLst>
            <pc:docMk/>
            <pc:sldMk cId="3755549185" sldId="670"/>
            <ac:spMk id="7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36:59.349" v="7837" actId="207"/>
          <ac:spMkLst>
            <pc:docMk/>
            <pc:sldMk cId="3755549185" sldId="670"/>
            <ac:spMk id="8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37:06.068" v="7838" actId="207"/>
          <ac:spMkLst>
            <pc:docMk/>
            <pc:sldMk cId="3755549185" sldId="670"/>
            <ac:spMk id="9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36:54.170" v="7836" actId="207"/>
          <ac:spMkLst>
            <pc:docMk/>
            <pc:sldMk cId="3755549185" sldId="670"/>
            <ac:spMk id="18" creationId="{00000000-0000-0000-0000-000000000000}"/>
          </ac:spMkLst>
        </pc:spChg>
        <pc:spChg chg="add mod">
          <ac:chgData name="Dimitar Zahariev" userId="b84e4ebc77879e88" providerId="LiveId" clId="{EBEE3A49-0BEE-495E-B588-8A38F8722E16}" dt="2019-09-16T08:40:53.854" v="8005" actId="1076"/>
          <ac:spMkLst>
            <pc:docMk/>
            <pc:sldMk cId="3755549185" sldId="670"/>
            <ac:spMk id="22" creationId="{6B392BDD-BB03-45F9-B608-2730576CEAD5}"/>
          </ac:spMkLst>
        </pc:spChg>
        <pc:grpChg chg="mod">
          <ac:chgData name="Dimitar Zahariev" userId="b84e4ebc77879e88" providerId="LiveId" clId="{EBEE3A49-0BEE-495E-B588-8A38F8722E16}" dt="2019-09-16T08:40:37.227" v="8002" actId="1035"/>
          <ac:grpSpMkLst>
            <pc:docMk/>
            <pc:sldMk cId="3755549185" sldId="670"/>
            <ac:grpSpMk id="52" creationId="{00000000-0000-0000-0000-000000000000}"/>
          </ac:grpSpMkLst>
        </pc:grpChg>
        <pc:grpChg chg="mod">
          <ac:chgData name="Dimitar Zahariev" userId="b84e4ebc77879e88" providerId="LiveId" clId="{EBEE3A49-0BEE-495E-B588-8A38F8722E16}" dt="2019-09-16T08:40:37.227" v="8002" actId="1035"/>
          <ac:grpSpMkLst>
            <pc:docMk/>
            <pc:sldMk cId="3755549185" sldId="670"/>
            <ac:grpSpMk id="53" creationId="{00000000-0000-0000-0000-000000000000}"/>
          </ac:grpSpMkLst>
        </pc:grpChg>
        <pc:grpChg chg="mod">
          <ac:chgData name="Dimitar Zahariev" userId="b84e4ebc77879e88" providerId="LiveId" clId="{EBEE3A49-0BEE-495E-B588-8A38F8722E16}" dt="2019-09-16T08:40:37.227" v="8002" actId="1035"/>
          <ac:grpSpMkLst>
            <pc:docMk/>
            <pc:sldMk cId="3755549185" sldId="670"/>
            <ac:grpSpMk id="56" creationId="{00000000-0000-0000-0000-000000000000}"/>
          </ac:grpSpMkLst>
        </pc:grpChg>
        <pc:grpChg chg="mod">
          <ac:chgData name="Dimitar Zahariev" userId="b84e4ebc77879e88" providerId="LiveId" clId="{EBEE3A49-0BEE-495E-B588-8A38F8722E16}" dt="2019-09-16T08:40:37.227" v="8002" actId="1035"/>
          <ac:grpSpMkLst>
            <pc:docMk/>
            <pc:sldMk cId="3755549185" sldId="670"/>
            <ac:grpSpMk id="57" creationId="{00000000-0000-0000-0000-000000000000}"/>
          </ac:grpSpMkLst>
        </pc:grpChg>
      </pc:sldChg>
      <pc:sldChg chg="addSp modSp modAnim">
        <pc:chgData name="Dimitar Zahariev" userId="b84e4ebc77879e88" providerId="LiveId" clId="{EBEE3A49-0BEE-495E-B588-8A38F8722E16}" dt="2019-09-16T08:43:22.036" v="8145" actId="20577"/>
        <pc:sldMkLst>
          <pc:docMk/>
          <pc:sldMk cId="3618330379" sldId="671"/>
        </pc:sldMkLst>
        <pc:spChg chg="mod">
          <ac:chgData name="Dimitar Zahariev" userId="b84e4ebc77879e88" providerId="LiveId" clId="{EBEE3A49-0BEE-495E-B588-8A38F8722E16}" dt="2019-09-16T08:35:55.597" v="7831" actId="1035"/>
          <ac:spMkLst>
            <pc:docMk/>
            <pc:sldMk cId="3618330379" sldId="671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41:35.351" v="8022" actId="20577"/>
          <ac:spMkLst>
            <pc:docMk/>
            <pc:sldMk cId="3618330379" sldId="671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41:48.137" v="8027" actId="1035"/>
          <ac:spMkLst>
            <pc:docMk/>
            <pc:sldMk cId="3618330379" sldId="671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36:09.674" v="7832" actId="207"/>
          <ac:spMkLst>
            <pc:docMk/>
            <pc:sldMk cId="3618330379" sldId="671"/>
            <ac:spMk id="7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36:15.333" v="7833" actId="207"/>
          <ac:spMkLst>
            <pc:docMk/>
            <pc:sldMk cId="3618330379" sldId="671"/>
            <ac:spMk id="8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6T08:36:21.052" v="7834" actId="207"/>
          <ac:spMkLst>
            <pc:docMk/>
            <pc:sldMk cId="3618330379" sldId="671"/>
            <ac:spMk id="9" creationId="{00000000-0000-0000-0000-000000000000}"/>
          </ac:spMkLst>
        </pc:spChg>
        <pc:spChg chg="add mod">
          <ac:chgData name="Dimitar Zahariev" userId="b84e4ebc77879e88" providerId="LiveId" clId="{EBEE3A49-0BEE-495E-B588-8A38F8722E16}" dt="2019-09-16T08:43:22.036" v="8145" actId="20577"/>
          <ac:spMkLst>
            <pc:docMk/>
            <pc:sldMk cId="3618330379" sldId="671"/>
            <ac:spMk id="24" creationId="{8C9648DA-94F1-46CF-9645-2989447C31AC}"/>
          </ac:spMkLst>
        </pc:spChg>
        <pc:grpChg chg="mod">
          <ac:chgData name="Dimitar Zahariev" userId="b84e4ebc77879e88" providerId="LiveId" clId="{EBEE3A49-0BEE-495E-B588-8A38F8722E16}" dt="2019-09-16T08:35:55.597" v="7831" actId="1035"/>
          <ac:grpSpMkLst>
            <pc:docMk/>
            <pc:sldMk cId="3618330379" sldId="671"/>
            <ac:grpSpMk id="40" creationId="{00000000-0000-0000-0000-000000000000}"/>
          </ac:grpSpMkLst>
        </pc:grpChg>
        <pc:grpChg chg="mod">
          <ac:chgData name="Dimitar Zahariev" userId="b84e4ebc77879e88" providerId="LiveId" clId="{EBEE3A49-0BEE-495E-B588-8A38F8722E16}" dt="2019-09-16T08:35:55.597" v="7831" actId="1035"/>
          <ac:grpSpMkLst>
            <pc:docMk/>
            <pc:sldMk cId="3618330379" sldId="671"/>
            <ac:grpSpMk id="41" creationId="{00000000-0000-0000-0000-000000000000}"/>
          </ac:grpSpMkLst>
        </pc:grpChg>
        <pc:grpChg chg="mod">
          <ac:chgData name="Dimitar Zahariev" userId="b84e4ebc77879e88" providerId="LiveId" clId="{EBEE3A49-0BEE-495E-B588-8A38F8722E16}" dt="2019-09-16T08:35:55.597" v="7831" actId="1035"/>
          <ac:grpSpMkLst>
            <pc:docMk/>
            <pc:sldMk cId="3618330379" sldId="671"/>
            <ac:grpSpMk id="42" creationId="{00000000-0000-0000-0000-000000000000}"/>
          </ac:grpSpMkLst>
        </pc:grpChg>
      </pc:sldChg>
      <pc:sldChg chg="del">
        <pc:chgData name="Dimitar Zahariev" userId="b84e4ebc77879e88" providerId="LiveId" clId="{EBEE3A49-0BEE-495E-B588-8A38F8722E16}" dt="2019-09-10T09:04:48.647" v="6520" actId="2696"/>
        <pc:sldMkLst>
          <pc:docMk/>
          <pc:sldMk cId="2682369472" sldId="673"/>
        </pc:sldMkLst>
      </pc:sldChg>
      <pc:sldChg chg="del">
        <pc:chgData name="Dimitar Zahariev" userId="b84e4ebc77879e88" providerId="LiveId" clId="{EBEE3A49-0BEE-495E-B588-8A38F8722E16}" dt="2019-09-10T09:09:30.796" v="6654" actId="2696"/>
        <pc:sldMkLst>
          <pc:docMk/>
          <pc:sldMk cId="3251143872" sldId="674"/>
        </pc:sldMkLst>
      </pc:sldChg>
      <pc:sldChg chg="del">
        <pc:chgData name="Dimitar Zahariev" userId="b84e4ebc77879e88" providerId="LiveId" clId="{EBEE3A49-0BEE-495E-B588-8A38F8722E16}" dt="2019-09-10T09:11:31.353" v="6692" actId="2696"/>
        <pc:sldMkLst>
          <pc:docMk/>
          <pc:sldMk cId="1289241055" sldId="675"/>
        </pc:sldMkLst>
      </pc:sldChg>
      <pc:sldChg chg="del">
        <pc:chgData name="Dimitar Zahariev" userId="b84e4ebc77879e88" providerId="LiveId" clId="{EBEE3A49-0BEE-495E-B588-8A38F8722E16}" dt="2019-09-10T09:14:36.446" v="6878" actId="2696"/>
        <pc:sldMkLst>
          <pc:docMk/>
          <pc:sldMk cId="181386572" sldId="676"/>
        </pc:sldMkLst>
      </pc:sldChg>
      <pc:sldChg chg="del">
        <pc:chgData name="Dimitar Zahariev" userId="b84e4ebc77879e88" providerId="LiveId" clId="{EBEE3A49-0BEE-495E-B588-8A38F8722E16}" dt="2019-09-10T07:52:59.426" v="4176" actId="2696"/>
        <pc:sldMkLst>
          <pc:docMk/>
          <pc:sldMk cId="2365627875" sldId="681"/>
        </pc:sldMkLst>
      </pc:sldChg>
      <pc:sldChg chg="del">
        <pc:chgData name="Dimitar Zahariev" userId="b84e4ebc77879e88" providerId="LiveId" clId="{EBEE3A49-0BEE-495E-B588-8A38F8722E16}" dt="2019-09-10T07:57:40.078" v="4308" actId="2696"/>
        <pc:sldMkLst>
          <pc:docMk/>
          <pc:sldMk cId="532363517" sldId="682"/>
        </pc:sldMkLst>
      </pc:sldChg>
      <pc:sldChg chg="del">
        <pc:chgData name="Dimitar Zahariev" userId="b84e4ebc77879e88" providerId="LiveId" clId="{EBEE3A49-0BEE-495E-B588-8A38F8722E16}" dt="2019-09-10T08:22:57.523" v="5256" actId="2696"/>
        <pc:sldMkLst>
          <pc:docMk/>
          <pc:sldMk cId="2028409344" sldId="683"/>
        </pc:sldMkLst>
      </pc:sldChg>
      <pc:sldChg chg="del">
        <pc:chgData name="Dimitar Zahariev" userId="b84e4ebc77879e88" providerId="LiveId" clId="{EBEE3A49-0BEE-495E-B588-8A38F8722E16}" dt="2019-09-10T08:26:16.519" v="5332" actId="2696"/>
        <pc:sldMkLst>
          <pc:docMk/>
          <pc:sldMk cId="133941273" sldId="684"/>
        </pc:sldMkLst>
      </pc:sldChg>
      <pc:sldChg chg="modSp">
        <pc:chgData name="Dimitar Zahariev" userId="b84e4ebc77879e88" providerId="LiveId" clId="{EBEE3A49-0BEE-495E-B588-8A38F8722E16}" dt="2019-08-26T11:46:31.934" v="19" actId="20577"/>
        <pc:sldMkLst>
          <pc:docMk/>
          <pc:sldMk cId="142521071" sldId="686"/>
        </pc:sldMkLst>
        <pc:spChg chg="mod">
          <ac:chgData name="Dimitar Zahariev" userId="b84e4ebc77879e88" providerId="LiveId" clId="{EBEE3A49-0BEE-495E-B588-8A38F8722E16}" dt="2019-08-26T11:46:31.934" v="19" actId="20577"/>
          <ac:spMkLst>
            <pc:docMk/>
            <pc:sldMk cId="142521071" sldId="686"/>
            <ac:spMk id="11" creationId="{F55593E0-80B7-478E-B5E3-D5123D3CACF6}"/>
          </ac:spMkLst>
        </pc:spChg>
      </pc:sldChg>
      <pc:sldChg chg="del">
        <pc:chgData name="Dimitar Zahariev" userId="b84e4ebc77879e88" providerId="LiveId" clId="{EBEE3A49-0BEE-495E-B588-8A38F8722E16}" dt="2019-09-09T07:21:56.138" v="182" actId="2696"/>
        <pc:sldMkLst>
          <pc:docMk/>
          <pc:sldMk cId="2479109591" sldId="687"/>
        </pc:sldMkLst>
      </pc:sldChg>
      <pc:sldChg chg="modSp">
        <pc:chgData name="Dimitar Zahariev" userId="b84e4ebc77879e88" providerId="LiveId" clId="{EBEE3A49-0BEE-495E-B588-8A38F8722E16}" dt="2019-09-09T20:27:32.095" v="2674" actId="20577"/>
        <pc:sldMkLst>
          <pc:docMk/>
          <pc:sldMk cId="1612224228" sldId="693"/>
        </pc:sldMkLst>
        <pc:spChg chg="mod">
          <ac:chgData name="Dimitar Zahariev" userId="b84e4ebc77879e88" providerId="LiveId" clId="{EBEE3A49-0BEE-495E-B588-8A38F8722E16}" dt="2019-09-09T20:27:32.095" v="2674" actId="20577"/>
          <ac:spMkLst>
            <pc:docMk/>
            <pc:sldMk cId="1612224228" sldId="693"/>
            <ac:spMk id="5" creationId="{894E74D9-A9C7-4E4C-AF82-02DA7576073E}"/>
          </ac:spMkLst>
        </pc:spChg>
      </pc:sldChg>
      <pc:sldChg chg="modSp ord">
        <pc:chgData name="Dimitar Zahariev" userId="b84e4ebc77879e88" providerId="LiveId" clId="{EBEE3A49-0BEE-495E-B588-8A38F8722E16}" dt="2019-09-09T07:22:41.502" v="206"/>
        <pc:sldMkLst>
          <pc:docMk/>
          <pc:sldMk cId="1022073263" sldId="698"/>
        </pc:sldMkLst>
        <pc:spChg chg="mod">
          <ac:chgData name="Dimitar Zahariev" userId="b84e4ebc77879e88" providerId="LiveId" clId="{EBEE3A49-0BEE-495E-B588-8A38F8722E16}" dt="2019-08-26T11:47:33.771" v="52" actId="1076"/>
          <ac:spMkLst>
            <pc:docMk/>
            <pc:sldMk cId="1022073263" sldId="698"/>
            <ac:spMk id="7" creationId="{F6F1EF36-6894-4DF5-88AE-7CAB1EB19FFC}"/>
          </ac:spMkLst>
        </pc:spChg>
      </pc:sldChg>
      <pc:sldChg chg="modSp add">
        <pc:chgData name="Dimitar Zahariev" userId="b84e4ebc77879e88" providerId="LiveId" clId="{EBEE3A49-0BEE-495E-B588-8A38F8722E16}" dt="2019-08-26T12:46:11.957" v="175" actId="6549"/>
        <pc:sldMkLst>
          <pc:docMk/>
          <pc:sldMk cId="3066377719" sldId="782"/>
        </pc:sldMkLst>
        <pc:spChg chg="mod">
          <ac:chgData name="Dimitar Zahariev" userId="b84e4ebc77879e88" providerId="LiveId" clId="{EBEE3A49-0BEE-495E-B588-8A38F8722E16}" dt="2019-08-26T12:46:11.957" v="175" actId="6549"/>
          <ac:spMkLst>
            <pc:docMk/>
            <pc:sldMk cId="3066377719" sldId="782"/>
            <ac:spMk id="4" creationId="{0141AF62-65D2-47C8-ACCC-4D20F874D323}"/>
          </ac:spMkLst>
        </pc:spChg>
      </pc:sldChg>
      <pc:sldChg chg="addSp delSp modSp add">
        <pc:chgData name="Dimitar Zahariev" userId="b84e4ebc77879e88" providerId="LiveId" clId="{EBEE3A49-0BEE-495E-B588-8A38F8722E16}" dt="2019-09-16T08:11:29.353" v="7493" actId="20577"/>
        <pc:sldMkLst>
          <pc:docMk/>
          <pc:sldMk cId="38043026" sldId="783"/>
        </pc:sldMkLst>
        <pc:spChg chg="del">
          <ac:chgData name="Dimitar Zahariev" userId="b84e4ebc77879e88" providerId="LiveId" clId="{EBEE3A49-0BEE-495E-B588-8A38F8722E16}" dt="2019-09-09T07:23:19.181" v="208"/>
          <ac:spMkLst>
            <pc:docMk/>
            <pc:sldMk cId="38043026" sldId="783"/>
            <ac:spMk id="2" creationId="{F0FCEDD2-8D46-4CED-9BA2-7D4189345FA9}"/>
          </ac:spMkLst>
        </pc:spChg>
        <pc:spChg chg="del">
          <ac:chgData name="Dimitar Zahariev" userId="b84e4ebc77879e88" providerId="LiveId" clId="{EBEE3A49-0BEE-495E-B588-8A38F8722E16}" dt="2019-09-09T07:23:19.181" v="208"/>
          <ac:spMkLst>
            <pc:docMk/>
            <pc:sldMk cId="38043026" sldId="783"/>
            <ac:spMk id="3" creationId="{50A7E8A0-37DA-4D35-880C-9D300BA9901A}"/>
          </ac:spMkLst>
        </pc:spChg>
        <pc:spChg chg="add mod">
          <ac:chgData name="Dimitar Zahariev" userId="b84e4ebc77879e88" providerId="LiveId" clId="{EBEE3A49-0BEE-495E-B588-8A38F8722E16}" dt="2019-09-16T08:11:29.353" v="7493" actId="20577"/>
          <ac:spMkLst>
            <pc:docMk/>
            <pc:sldMk cId="38043026" sldId="783"/>
            <ac:spMk id="5" creationId="{F673B83A-F8FE-4DD8-BED3-BDE6042B3C5F}"/>
          </ac:spMkLst>
        </pc:spChg>
        <pc:spChg chg="add mod">
          <ac:chgData name="Dimitar Zahariev" userId="b84e4ebc77879e88" providerId="LiveId" clId="{EBEE3A49-0BEE-495E-B588-8A38F8722E16}" dt="2019-09-09T07:24:16.801" v="257" actId="108"/>
          <ac:spMkLst>
            <pc:docMk/>
            <pc:sldMk cId="38043026" sldId="783"/>
            <ac:spMk id="6" creationId="{C375CBE8-33F2-4004-9ED3-779FE9FA85C2}"/>
          </ac:spMkLst>
        </pc:spChg>
      </pc:sldChg>
      <pc:sldChg chg="modSp add">
        <pc:chgData name="Dimitar Zahariev" userId="b84e4ebc77879e88" providerId="LiveId" clId="{EBEE3A49-0BEE-495E-B588-8A38F8722E16}" dt="2019-09-16T08:11:22.932" v="7488" actId="20577"/>
        <pc:sldMkLst>
          <pc:docMk/>
          <pc:sldMk cId="677116395" sldId="784"/>
        </pc:sldMkLst>
        <pc:spChg chg="mod">
          <ac:chgData name="Dimitar Zahariev" userId="b84e4ebc77879e88" providerId="LiveId" clId="{EBEE3A49-0BEE-495E-B588-8A38F8722E16}" dt="2019-09-16T08:11:22.932" v="7488" actId="20577"/>
          <ac:spMkLst>
            <pc:docMk/>
            <pc:sldMk cId="677116395" sldId="784"/>
            <ac:spMk id="6" creationId="{D329B28C-47EF-4462-BD8A-25349090958E}"/>
          </ac:spMkLst>
        </pc:spChg>
        <pc:spChg chg="mod">
          <ac:chgData name="Dimitar Zahariev" userId="b84e4ebc77879e88" providerId="LiveId" clId="{EBEE3A49-0BEE-495E-B588-8A38F8722E16}" dt="2019-09-09T07:25:18.363" v="286" actId="20577"/>
          <ac:spMkLst>
            <pc:docMk/>
            <pc:sldMk cId="677116395" sldId="784"/>
            <ac:spMk id="7" creationId="{869D6304-113E-4387-B4AD-B5D71C46D490}"/>
          </ac:spMkLst>
        </pc:spChg>
      </pc:sldChg>
      <pc:sldChg chg="addSp modSp add ord">
        <pc:chgData name="Dimitar Zahariev" userId="b84e4ebc77879e88" providerId="LiveId" clId="{EBEE3A49-0BEE-495E-B588-8A38F8722E16}" dt="2019-09-09T07:33:33.708" v="310"/>
        <pc:sldMkLst>
          <pc:docMk/>
          <pc:sldMk cId="1127868217" sldId="785"/>
        </pc:sldMkLst>
        <pc:spChg chg="mod">
          <ac:chgData name="Dimitar Zahariev" userId="b84e4ebc77879e88" providerId="LiveId" clId="{EBEE3A49-0BEE-495E-B588-8A38F8722E16}" dt="2019-09-09T07:33:30.888" v="309" actId="20577"/>
          <ac:spMkLst>
            <pc:docMk/>
            <pc:sldMk cId="1127868217" sldId="785"/>
            <ac:spMk id="4" creationId="{00000000-0000-0000-0000-000000000000}"/>
          </ac:spMkLst>
        </pc:spChg>
        <pc:picChg chg="add">
          <ac:chgData name="Dimitar Zahariev" userId="b84e4ebc77879e88" providerId="LiveId" clId="{EBEE3A49-0BEE-495E-B588-8A38F8722E16}" dt="2019-09-09T07:33:33.708" v="310"/>
          <ac:picMkLst>
            <pc:docMk/>
            <pc:sldMk cId="1127868217" sldId="785"/>
            <ac:picMk id="19" creationId="{6B3543C1-76AF-4859-8568-8B0D18011DA7}"/>
          </ac:picMkLst>
        </pc:picChg>
      </pc:sldChg>
      <pc:sldChg chg="modSp add modAnim">
        <pc:chgData name="Dimitar Zahariev" userId="b84e4ebc77879e88" providerId="LiveId" clId="{EBEE3A49-0BEE-495E-B588-8A38F8722E16}" dt="2019-09-09T14:56:56.638" v="2305"/>
        <pc:sldMkLst>
          <pc:docMk/>
          <pc:sldMk cId="38217571" sldId="786"/>
        </pc:sldMkLst>
        <pc:spChg chg="mod">
          <ac:chgData name="Dimitar Zahariev" userId="b84e4ebc77879e88" providerId="LiveId" clId="{EBEE3A49-0BEE-495E-B588-8A38F8722E16}" dt="2019-09-09T07:36:12.910" v="335" actId="20577"/>
          <ac:spMkLst>
            <pc:docMk/>
            <pc:sldMk cId="38217571" sldId="786"/>
            <ac:spMk id="4" creationId="{00000000-0000-0000-0000-000000000000}"/>
          </ac:spMkLst>
        </pc:spChg>
      </pc:sldChg>
      <pc:sldChg chg="add">
        <pc:chgData name="Dimitar Zahariev" userId="b84e4ebc77879e88" providerId="LiveId" clId="{EBEE3A49-0BEE-495E-B588-8A38F8722E16}" dt="2019-09-09T07:35:44.953" v="312"/>
        <pc:sldMkLst>
          <pc:docMk/>
          <pc:sldMk cId="958486233" sldId="787"/>
        </pc:sldMkLst>
      </pc:sldChg>
      <pc:sldChg chg="modSp add modAnim">
        <pc:chgData name="Dimitar Zahariev" userId="b84e4ebc77879e88" providerId="LiveId" clId="{EBEE3A49-0BEE-495E-B588-8A38F8722E16}" dt="2019-09-09T14:56:48.177" v="2297"/>
        <pc:sldMkLst>
          <pc:docMk/>
          <pc:sldMk cId="3294204051" sldId="899"/>
        </pc:sldMkLst>
        <pc:spChg chg="mod">
          <ac:chgData name="Dimitar Zahariev" userId="b84e4ebc77879e88" providerId="LiveId" clId="{EBEE3A49-0BEE-495E-B588-8A38F8722E16}" dt="2019-09-09T12:52:36.782" v="412" actId="6549"/>
          <ac:spMkLst>
            <pc:docMk/>
            <pc:sldMk cId="3294204051" sldId="899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04:40.233" v="465" actId="20577"/>
          <ac:spMkLst>
            <pc:docMk/>
            <pc:sldMk cId="3294204051" sldId="899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05:39.090" v="500" actId="20577"/>
          <ac:spMkLst>
            <pc:docMk/>
            <pc:sldMk cId="3294204051" sldId="899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07:37.461" v="599" actId="20577"/>
          <ac:spMkLst>
            <pc:docMk/>
            <pc:sldMk cId="3294204051" sldId="899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13:11:48.648" v="719" actId="20577"/>
        <pc:sldMkLst>
          <pc:docMk/>
          <pc:sldMk cId="3452980944" sldId="900"/>
        </pc:sldMkLst>
        <pc:spChg chg="mod">
          <ac:chgData name="Dimitar Zahariev" userId="b84e4ebc77879e88" providerId="LiveId" clId="{EBEE3A49-0BEE-495E-B588-8A38F8722E16}" dt="2019-09-09T13:10:12.425" v="608" actId="20577"/>
          <ac:spMkLst>
            <pc:docMk/>
            <pc:sldMk cId="3452980944" sldId="900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09:59.963" v="603" actId="20577"/>
          <ac:spMkLst>
            <pc:docMk/>
            <pc:sldMk cId="3452980944" sldId="900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10:29.502" v="615" actId="20577"/>
          <ac:spMkLst>
            <pc:docMk/>
            <pc:sldMk cId="3452980944" sldId="900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11:48.648" v="719" actId="20577"/>
          <ac:spMkLst>
            <pc:docMk/>
            <pc:sldMk cId="3452980944" sldId="900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14:56:12.403" v="2296"/>
        <pc:sldMkLst>
          <pc:docMk/>
          <pc:sldMk cId="2747485624" sldId="901"/>
        </pc:sldMkLst>
        <pc:spChg chg="mod">
          <ac:chgData name="Dimitar Zahariev" userId="b84e4ebc77879e88" providerId="LiveId" clId="{EBEE3A49-0BEE-495E-B588-8A38F8722E16}" dt="2019-09-09T13:32:47.375" v="766"/>
          <ac:spMkLst>
            <pc:docMk/>
            <pc:sldMk cId="2747485624" sldId="901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32:37.642" v="765" actId="20577"/>
          <ac:spMkLst>
            <pc:docMk/>
            <pc:sldMk cId="2747485624" sldId="901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32:55.894" v="770" actId="20577"/>
          <ac:spMkLst>
            <pc:docMk/>
            <pc:sldMk cId="2747485624" sldId="901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35:35.204" v="888" actId="20577"/>
          <ac:spMkLst>
            <pc:docMk/>
            <pc:sldMk cId="2747485624" sldId="901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20:20:27.247" v="2602" actId="20577"/>
        <pc:sldMkLst>
          <pc:docMk/>
          <pc:sldMk cId="3747400774" sldId="902"/>
        </pc:sldMkLst>
        <pc:spChg chg="mod">
          <ac:chgData name="Dimitar Zahariev" userId="b84e4ebc77879e88" providerId="LiveId" clId="{EBEE3A49-0BEE-495E-B588-8A38F8722E16}" dt="2019-09-09T13:39:37.249" v="898"/>
          <ac:spMkLst>
            <pc:docMk/>
            <pc:sldMk cId="3747400774" sldId="902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39:29.496" v="897" actId="20577"/>
          <ac:spMkLst>
            <pc:docMk/>
            <pc:sldMk cId="3747400774" sldId="902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20:20:27.247" v="2602" actId="20577"/>
          <ac:spMkLst>
            <pc:docMk/>
            <pc:sldMk cId="3747400774" sldId="902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41:39.314" v="1007" actId="20577"/>
          <ac:spMkLst>
            <pc:docMk/>
            <pc:sldMk cId="3747400774" sldId="902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20:20:39.681" v="2614" actId="20577"/>
        <pc:sldMkLst>
          <pc:docMk/>
          <pc:sldMk cId="4157912454" sldId="903"/>
        </pc:sldMkLst>
        <pc:spChg chg="mod">
          <ac:chgData name="Dimitar Zahariev" userId="b84e4ebc77879e88" providerId="LiveId" clId="{EBEE3A49-0BEE-495E-B588-8A38F8722E16}" dt="2019-09-09T13:42:19.102" v="1023"/>
          <ac:spMkLst>
            <pc:docMk/>
            <pc:sldMk cId="4157912454" sldId="903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42:09.716" v="1022" actId="20577"/>
          <ac:spMkLst>
            <pc:docMk/>
            <pc:sldMk cId="4157912454" sldId="903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20:20:39.681" v="2614" actId="20577"/>
          <ac:spMkLst>
            <pc:docMk/>
            <pc:sldMk cId="4157912454" sldId="903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43:09.285" v="1102" actId="20577"/>
          <ac:spMkLst>
            <pc:docMk/>
            <pc:sldMk cId="4157912454" sldId="903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20:21:11.620" v="2626" actId="20577"/>
        <pc:sldMkLst>
          <pc:docMk/>
          <pc:sldMk cId="367144529" sldId="904"/>
        </pc:sldMkLst>
        <pc:spChg chg="mod">
          <ac:chgData name="Dimitar Zahariev" userId="b84e4ebc77879e88" providerId="LiveId" clId="{EBEE3A49-0BEE-495E-B588-8A38F8722E16}" dt="2019-09-09T13:43:45.485" v="1110"/>
          <ac:spMkLst>
            <pc:docMk/>
            <pc:sldMk cId="367144529" sldId="904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43:36.304" v="1109" actId="20577"/>
          <ac:spMkLst>
            <pc:docMk/>
            <pc:sldMk cId="367144529" sldId="904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20:21:11.620" v="2626" actId="20577"/>
          <ac:spMkLst>
            <pc:docMk/>
            <pc:sldMk cId="367144529" sldId="904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47:29.394" v="1248" actId="20577"/>
          <ac:spMkLst>
            <pc:docMk/>
            <pc:sldMk cId="367144529" sldId="904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20:21:33.329" v="2638" actId="20577"/>
        <pc:sldMkLst>
          <pc:docMk/>
          <pc:sldMk cId="3051008158" sldId="905"/>
        </pc:sldMkLst>
        <pc:spChg chg="mod">
          <ac:chgData name="Dimitar Zahariev" userId="b84e4ebc77879e88" providerId="LiveId" clId="{EBEE3A49-0BEE-495E-B588-8A38F8722E16}" dt="2019-09-09T13:48:38.779" v="1255"/>
          <ac:spMkLst>
            <pc:docMk/>
            <pc:sldMk cId="3051008158" sldId="905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48:29.148" v="1254" actId="20577"/>
          <ac:spMkLst>
            <pc:docMk/>
            <pc:sldMk cId="3051008158" sldId="905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20:21:33.329" v="2638" actId="20577"/>
          <ac:spMkLst>
            <pc:docMk/>
            <pc:sldMk cId="3051008158" sldId="905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55:36.335" v="1381" actId="20577"/>
          <ac:spMkLst>
            <pc:docMk/>
            <pc:sldMk cId="3051008158" sldId="905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14:55:38.315" v="2291"/>
        <pc:sldMkLst>
          <pc:docMk/>
          <pc:sldMk cId="72182068" sldId="906"/>
        </pc:sldMkLst>
        <pc:spChg chg="mod">
          <ac:chgData name="Dimitar Zahariev" userId="b84e4ebc77879e88" providerId="LiveId" clId="{EBEE3A49-0BEE-495E-B588-8A38F8722E16}" dt="2019-09-09T13:57:04.744" v="1389"/>
          <ac:spMkLst>
            <pc:docMk/>
            <pc:sldMk cId="72182068" sldId="906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56:54.697" v="1388" actId="20577"/>
          <ac:spMkLst>
            <pc:docMk/>
            <pc:sldMk cId="72182068" sldId="906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57:46.626" v="1408" actId="20577"/>
          <ac:spMkLst>
            <pc:docMk/>
            <pc:sldMk cId="72182068" sldId="906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58:55.511" v="1524" actId="313"/>
          <ac:spMkLst>
            <pc:docMk/>
            <pc:sldMk cId="72182068" sldId="906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14:55:34.558" v="2290"/>
        <pc:sldMkLst>
          <pc:docMk/>
          <pc:sldMk cId="1725443331" sldId="907"/>
        </pc:sldMkLst>
        <pc:spChg chg="mod">
          <ac:chgData name="Dimitar Zahariev" userId="b84e4ebc77879e88" providerId="LiveId" clId="{EBEE3A49-0BEE-495E-B588-8A38F8722E16}" dt="2019-09-09T13:59:49.288" v="1532"/>
          <ac:spMkLst>
            <pc:docMk/>
            <pc:sldMk cId="1725443331" sldId="907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3:59:40.066" v="1531" actId="20577"/>
          <ac:spMkLst>
            <pc:docMk/>
            <pc:sldMk cId="1725443331" sldId="907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00:56.382" v="1563" actId="20577"/>
          <ac:spMkLst>
            <pc:docMk/>
            <pc:sldMk cId="1725443331" sldId="907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01:36.170" v="1641" actId="20577"/>
          <ac:spMkLst>
            <pc:docMk/>
            <pc:sldMk cId="1725443331" sldId="907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14:55:23.781" v="2289"/>
        <pc:sldMkLst>
          <pc:docMk/>
          <pc:sldMk cId="1431945693" sldId="908"/>
        </pc:sldMkLst>
        <pc:spChg chg="mod">
          <ac:chgData name="Dimitar Zahariev" userId="b84e4ebc77879e88" providerId="LiveId" clId="{EBEE3A49-0BEE-495E-B588-8A38F8722E16}" dt="2019-09-09T14:29:51.871" v="1748" actId="6549"/>
          <ac:spMkLst>
            <pc:docMk/>
            <pc:sldMk cId="1431945693" sldId="908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29:38.679" v="1737" actId="20577"/>
          <ac:spMkLst>
            <pc:docMk/>
            <pc:sldMk cId="1431945693" sldId="908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31:51.539" v="1858" actId="20577"/>
          <ac:spMkLst>
            <pc:docMk/>
            <pc:sldMk cId="1431945693" sldId="908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30:40.504" v="1842" actId="20577"/>
          <ac:spMkLst>
            <pc:docMk/>
            <pc:sldMk cId="1431945693" sldId="908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14:55:19.090" v="2288"/>
        <pc:sldMkLst>
          <pc:docMk/>
          <pc:sldMk cId="2020420357" sldId="909"/>
        </pc:sldMkLst>
        <pc:spChg chg="mod">
          <ac:chgData name="Dimitar Zahariev" userId="b84e4ebc77879e88" providerId="LiveId" clId="{EBEE3A49-0BEE-495E-B588-8A38F8722E16}" dt="2019-09-09T14:31:20.989" v="1848"/>
          <ac:spMkLst>
            <pc:docMk/>
            <pc:sldMk cId="2020420357" sldId="909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31:13.258" v="1847" actId="20577"/>
          <ac:spMkLst>
            <pc:docMk/>
            <pc:sldMk cId="2020420357" sldId="909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32:27.994" v="1879" actId="20577"/>
          <ac:spMkLst>
            <pc:docMk/>
            <pc:sldMk cId="2020420357" sldId="909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38:16.789" v="2043" actId="20577"/>
          <ac:spMkLst>
            <pc:docMk/>
            <pc:sldMk cId="2020420357" sldId="909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14:55:02.587" v="2287"/>
        <pc:sldMkLst>
          <pc:docMk/>
          <pc:sldMk cId="2979697606" sldId="910"/>
        </pc:sldMkLst>
        <pc:spChg chg="mod">
          <ac:chgData name="Dimitar Zahariev" userId="b84e4ebc77879e88" providerId="LiveId" clId="{EBEE3A49-0BEE-495E-B588-8A38F8722E16}" dt="2019-09-09T14:42:27.164" v="2096"/>
          <ac:spMkLst>
            <pc:docMk/>
            <pc:sldMk cId="2979697606" sldId="910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42:16.741" v="2095" actId="5793"/>
          <ac:spMkLst>
            <pc:docMk/>
            <pc:sldMk cId="2979697606" sldId="910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45:29.053" v="2222" actId="20577"/>
          <ac:spMkLst>
            <pc:docMk/>
            <pc:sldMk cId="2979697606" sldId="910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47:25.004" v="2278" actId="20577"/>
          <ac:spMkLst>
            <pc:docMk/>
            <pc:sldMk cId="2979697606" sldId="910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09T15:07:02.428" v="2495" actId="20577"/>
        <pc:sldMkLst>
          <pc:docMk/>
          <pc:sldMk cId="1100985111" sldId="911"/>
        </pc:sldMkLst>
        <pc:spChg chg="mod">
          <ac:chgData name="Dimitar Zahariev" userId="b84e4ebc77879e88" providerId="LiveId" clId="{EBEE3A49-0BEE-495E-B588-8A38F8722E16}" dt="2019-09-09T14:54:53.920" v="2285"/>
          <ac:spMkLst>
            <pc:docMk/>
            <pc:sldMk cId="1100985111" sldId="911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4:54:48.182" v="2284" actId="20577"/>
          <ac:spMkLst>
            <pc:docMk/>
            <pc:sldMk cId="1100985111" sldId="911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5:00:16.776" v="2320" actId="20577"/>
          <ac:spMkLst>
            <pc:docMk/>
            <pc:sldMk cId="1100985111" sldId="911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09T15:07:02.428" v="2495" actId="20577"/>
          <ac:spMkLst>
            <pc:docMk/>
            <pc:sldMk cId="1100985111" sldId="911"/>
            <ac:spMk id="8" creationId="{00000000-0000-0000-0000-000000000000}"/>
          </ac:spMkLst>
        </pc:spChg>
      </pc:sldChg>
      <pc:sldChg chg="modSp add del">
        <pc:chgData name="Dimitar Zahariev" userId="b84e4ebc77879e88" providerId="LiveId" clId="{EBEE3A49-0BEE-495E-B588-8A38F8722E16}" dt="2019-09-10T08:03:32.700" v="4501" actId="2696"/>
        <pc:sldMkLst>
          <pc:docMk/>
          <pc:sldMk cId="3290942952" sldId="912"/>
        </pc:sldMkLst>
        <pc:spChg chg="mod">
          <ac:chgData name="Dimitar Zahariev" userId="b84e4ebc77879e88" providerId="LiveId" clId="{EBEE3A49-0BEE-495E-B588-8A38F8722E16}" dt="2019-09-09T20:52:00.468" v="2680" actId="20577"/>
          <ac:spMkLst>
            <pc:docMk/>
            <pc:sldMk cId="3290942952" sldId="912"/>
            <ac:spMk id="4" creationId="{00000000-0000-0000-0000-000000000000}"/>
          </ac:spMkLst>
        </pc:spChg>
      </pc:sldChg>
      <pc:sldChg chg="modSp add del">
        <pc:chgData name="Dimitar Zahariev" userId="b84e4ebc77879e88" providerId="LiveId" clId="{EBEE3A49-0BEE-495E-B588-8A38F8722E16}" dt="2019-09-10T08:07:18.824" v="4659" actId="2696"/>
        <pc:sldMkLst>
          <pc:docMk/>
          <pc:sldMk cId="2301532747" sldId="913"/>
        </pc:sldMkLst>
        <pc:spChg chg="mod">
          <ac:chgData name="Dimitar Zahariev" userId="b84e4ebc77879e88" providerId="LiveId" clId="{EBEE3A49-0BEE-495E-B588-8A38F8722E16}" dt="2019-09-09T20:52:08.241" v="2685" actId="20577"/>
          <ac:spMkLst>
            <pc:docMk/>
            <pc:sldMk cId="2301532747" sldId="913"/>
            <ac:spMk id="4" creationId="{00000000-0000-0000-0000-000000000000}"/>
          </ac:spMkLst>
        </pc:spChg>
      </pc:sldChg>
      <pc:sldChg chg="modSp add del">
        <pc:chgData name="Dimitar Zahariev" userId="b84e4ebc77879e88" providerId="LiveId" clId="{EBEE3A49-0BEE-495E-B588-8A38F8722E16}" dt="2019-09-10T08:12:45.769" v="4894" actId="2696"/>
        <pc:sldMkLst>
          <pc:docMk/>
          <pc:sldMk cId="1986168338" sldId="914"/>
        </pc:sldMkLst>
        <pc:spChg chg="mod">
          <ac:chgData name="Dimitar Zahariev" userId="b84e4ebc77879e88" providerId="LiveId" clId="{EBEE3A49-0BEE-495E-B588-8A38F8722E16}" dt="2019-09-09T20:52:20.851" v="2690" actId="20577"/>
          <ac:spMkLst>
            <pc:docMk/>
            <pc:sldMk cId="1986168338" sldId="914"/>
            <ac:spMk id="4" creationId="{00000000-0000-0000-0000-000000000000}"/>
          </ac:spMkLst>
        </pc:spChg>
      </pc:sldChg>
      <pc:sldChg chg="addSp delSp modSp add delAnim">
        <pc:chgData name="Dimitar Zahariev" userId="b84e4ebc77879e88" providerId="LiveId" clId="{EBEE3A49-0BEE-495E-B588-8A38F8722E16}" dt="2019-09-10T09:02:28.438" v="6435" actId="1076"/>
        <pc:sldMkLst>
          <pc:docMk/>
          <pc:sldMk cId="3636232071" sldId="915"/>
        </pc:sldMkLst>
        <pc:spChg chg="del">
          <ac:chgData name="Dimitar Zahariev" userId="b84e4ebc77879e88" providerId="LiveId" clId="{EBEE3A49-0BEE-495E-B588-8A38F8722E16}" dt="2019-09-09T20:57:18.070" v="2726" actId="478"/>
          <ac:spMkLst>
            <pc:docMk/>
            <pc:sldMk cId="3636232071" sldId="915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55:46.411" v="6078" actId="20577"/>
          <ac:spMkLst>
            <pc:docMk/>
            <pc:sldMk cId="3636232071" sldId="915"/>
            <ac:spMk id="4" creationId="{00000000-0000-0000-0000-000000000000}"/>
          </ac:spMkLst>
        </pc:spChg>
        <pc:spChg chg="add del mod">
          <ac:chgData name="Dimitar Zahariev" userId="b84e4ebc77879e88" providerId="LiveId" clId="{EBEE3A49-0BEE-495E-B588-8A38F8722E16}" dt="2019-09-10T08:55:49.528" v="6079" actId="478"/>
          <ac:spMkLst>
            <pc:docMk/>
            <pc:sldMk cId="3636232071" sldId="915"/>
            <ac:spMk id="6" creationId="{B13F5E99-C27C-4F36-B670-08764B4AA960}"/>
          </ac:spMkLst>
        </pc:spChg>
        <pc:graphicFrameChg chg="add mod modGraphic">
          <ac:chgData name="Dimitar Zahariev" userId="b84e4ebc77879e88" providerId="LiveId" clId="{EBEE3A49-0BEE-495E-B588-8A38F8722E16}" dt="2019-09-10T09:02:28.438" v="6435" actId="1076"/>
          <ac:graphicFrameMkLst>
            <pc:docMk/>
            <pc:sldMk cId="3636232071" sldId="915"/>
            <ac:graphicFrameMk id="3" creationId="{FA74657C-8DBD-417E-9C74-CBD959DFAA18}"/>
          </ac:graphicFrameMkLst>
        </pc:graphicFrameChg>
      </pc:sldChg>
      <pc:sldChg chg="modSp add modAnim">
        <pc:chgData name="Dimitar Zahariev" userId="b84e4ebc77879e88" providerId="LiveId" clId="{EBEE3A49-0BEE-495E-B588-8A38F8722E16}" dt="2019-09-10T07:07:07.160" v="2876"/>
        <pc:sldMkLst>
          <pc:docMk/>
          <pc:sldMk cId="1887230949" sldId="916"/>
        </pc:sldMkLst>
        <pc:spChg chg="mod">
          <ac:chgData name="Dimitar Zahariev" userId="b84e4ebc77879e88" providerId="LiveId" clId="{EBEE3A49-0BEE-495E-B588-8A38F8722E16}" dt="2019-09-10T07:03:49.705" v="2732"/>
          <ac:spMkLst>
            <pc:docMk/>
            <pc:sldMk cId="1887230949" sldId="916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03:43.132" v="2731" actId="20577"/>
          <ac:spMkLst>
            <pc:docMk/>
            <pc:sldMk cId="1887230949" sldId="916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06:01.392" v="2769" actId="20577"/>
          <ac:spMkLst>
            <pc:docMk/>
            <pc:sldMk cId="1887230949" sldId="916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06:32.468" v="2868" actId="20577"/>
          <ac:spMkLst>
            <pc:docMk/>
            <pc:sldMk cId="1887230949" sldId="916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7:11:38.266" v="2952" actId="20577"/>
        <pc:sldMkLst>
          <pc:docMk/>
          <pc:sldMk cId="1536044563" sldId="917"/>
        </pc:sldMkLst>
        <pc:spChg chg="mod">
          <ac:chgData name="Dimitar Zahariev" userId="b84e4ebc77879e88" providerId="LiveId" clId="{EBEE3A49-0BEE-495E-B588-8A38F8722E16}" dt="2019-09-10T07:06:54.523" v="2875"/>
          <ac:spMkLst>
            <pc:docMk/>
            <pc:sldMk cId="1536044563" sldId="917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06:47.757" v="2874" actId="20577"/>
          <ac:spMkLst>
            <pc:docMk/>
            <pc:sldMk cId="1536044563" sldId="917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07:33.501" v="2881" actId="20577"/>
          <ac:spMkLst>
            <pc:docMk/>
            <pc:sldMk cId="1536044563" sldId="917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1:38.266" v="2952" actId="20577"/>
          <ac:spMkLst>
            <pc:docMk/>
            <pc:sldMk cId="1536044563" sldId="917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6:44.721" v="6883"/>
        <pc:sldMkLst>
          <pc:docMk/>
          <pc:sldMk cId="1350059202" sldId="918"/>
        </pc:sldMkLst>
        <pc:spChg chg="mod">
          <ac:chgData name="Dimitar Zahariev" userId="b84e4ebc77879e88" providerId="LiveId" clId="{EBEE3A49-0BEE-495E-B588-8A38F8722E16}" dt="2019-09-10T07:12:00.925" v="2960"/>
          <ac:spMkLst>
            <pc:docMk/>
            <pc:sldMk cId="1350059202" sldId="918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1:53.586" v="2959" actId="20577"/>
          <ac:spMkLst>
            <pc:docMk/>
            <pc:sldMk cId="1350059202" sldId="918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2:24.945" v="2965" actId="20577"/>
          <ac:spMkLst>
            <pc:docMk/>
            <pc:sldMk cId="1350059202" sldId="918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3:32.816" v="3084" actId="20577"/>
          <ac:spMkLst>
            <pc:docMk/>
            <pc:sldMk cId="1350059202" sldId="918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6:52.831" v="6884"/>
        <pc:sldMkLst>
          <pc:docMk/>
          <pc:sldMk cId="2598165238" sldId="919"/>
        </pc:sldMkLst>
        <pc:spChg chg="mod">
          <ac:chgData name="Dimitar Zahariev" userId="b84e4ebc77879e88" providerId="LiveId" clId="{EBEE3A49-0BEE-495E-B588-8A38F8722E16}" dt="2019-09-10T07:14:05.923" v="3089"/>
          <ac:spMkLst>
            <pc:docMk/>
            <pc:sldMk cId="2598165238" sldId="919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3:59.320" v="3088" actId="20577"/>
          <ac:spMkLst>
            <pc:docMk/>
            <pc:sldMk cId="2598165238" sldId="919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5:25.032" v="3101" actId="20577"/>
          <ac:spMkLst>
            <pc:docMk/>
            <pc:sldMk cId="2598165238" sldId="919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6:38.503" v="3161" actId="20577"/>
          <ac:spMkLst>
            <pc:docMk/>
            <pc:sldMk cId="2598165238" sldId="919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7:04.013" v="6885"/>
        <pc:sldMkLst>
          <pc:docMk/>
          <pc:sldMk cId="4154943019" sldId="920"/>
        </pc:sldMkLst>
        <pc:spChg chg="mod">
          <ac:chgData name="Dimitar Zahariev" userId="b84e4ebc77879e88" providerId="LiveId" clId="{EBEE3A49-0BEE-495E-B588-8A38F8722E16}" dt="2019-09-10T07:17:03.853" v="3166"/>
          <ac:spMkLst>
            <pc:docMk/>
            <pc:sldMk cId="4154943019" sldId="920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6:57.138" v="3165" actId="20577"/>
          <ac:spMkLst>
            <pc:docMk/>
            <pc:sldMk cId="4154943019" sldId="920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7:52.199" v="3168" actId="20577"/>
          <ac:spMkLst>
            <pc:docMk/>
            <pc:sldMk cId="4154943019" sldId="920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9:01.867" v="3211" actId="20577"/>
          <ac:spMkLst>
            <pc:docMk/>
            <pc:sldMk cId="4154943019" sldId="920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7:10.290" v="6886"/>
        <pc:sldMkLst>
          <pc:docMk/>
          <pc:sldMk cId="1044763920" sldId="921"/>
        </pc:sldMkLst>
        <pc:spChg chg="mod">
          <ac:chgData name="Dimitar Zahariev" userId="b84e4ebc77879e88" providerId="LiveId" clId="{EBEE3A49-0BEE-495E-B588-8A38F8722E16}" dt="2019-09-10T07:19:21.103" v="3214"/>
          <ac:spMkLst>
            <pc:docMk/>
            <pc:sldMk cId="1044763920" sldId="921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19:23.841" v="3216" actId="20577"/>
          <ac:spMkLst>
            <pc:docMk/>
            <pc:sldMk cId="1044763920" sldId="921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21:08.516" v="3319" actId="20577"/>
          <ac:spMkLst>
            <pc:docMk/>
            <pc:sldMk cId="1044763920" sldId="921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20:22.243" v="3300" actId="20577"/>
          <ac:spMkLst>
            <pc:docMk/>
            <pc:sldMk cId="1044763920" sldId="921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7:18.041" v="6887"/>
        <pc:sldMkLst>
          <pc:docMk/>
          <pc:sldMk cId="884654281" sldId="922"/>
        </pc:sldMkLst>
        <pc:spChg chg="mod">
          <ac:chgData name="Dimitar Zahariev" userId="b84e4ebc77879e88" providerId="LiveId" clId="{EBEE3A49-0BEE-495E-B588-8A38F8722E16}" dt="2019-09-10T07:21:25.095" v="3326"/>
          <ac:spMkLst>
            <pc:docMk/>
            <pc:sldMk cId="884654281" sldId="922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21:18.752" v="3325" actId="20577"/>
          <ac:spMkLst>
            <pc:docMk/>
            <pc:sldMk cId="884654281" sldId="922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24:06.004" v="3460" actId="20577"/>
          <ac:spMkLst>
            <pc:docMk/>
            <pc:sldMk cId="884654281" sldId="922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23:37.352" v="3437" actId="20577"/>
          <ac:spMkLst>
            <pc:docMk/>
            <pc:sldMk cId="884654281" sldId="922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7:22.112" v="6888"/>
        <pc:sldMkLst>
          <pc:docMk/>
          <pc:sldMk cId="4005353415" sldId="923"/>
        </pc:sldMkLst>
        <pc:spChg chg="mod">
          <ac:chgData name="Dimitar Zahariev" userId="b84e4ebc77879e88" providerId="LiveId" clId="{EBEE3A49-0BEE-495E-B588-8A38F8722E16}" dt="2019-09-10T07:24:20.892" v="3463"/>
          <ac:spMkLst>
            <pc:docMk/>
            <pc:sldMk cId="4005353415" sldId="923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24:23.670" v="3467" actId="6549"/>
          <ac:spMkLst>
            <pc:docMk/>
            <pc:sldMk cId="4005353415" sldId="923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25:19.284" v="3471" actId="20577"/>
          <ac:spMkLst>
            <pc:docMk/>
            <pc:sldMk cId="4005353415" sldId="923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27:13.418" v="3546" actId="20577"/>
          <ac:spMkLst>
            <pc:docMk/>
            <pc:sldMk cId="4005353415" sldId="923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7T12:49:43.203" v="8171" actId="20577"/>
        <pc:sldMkLst>
          <pc:docMk/>
          <pc:sldMk cId="1172798678" sldId="924"/>
        </pc:sldMkLst>
        <pc:spChg chg="mod">
          <ac:chgData name="Dimitar Zahariev" userId="b84e4ebc77879e88" providerId="LiveId" clId="{EBEE3A49-0BEE-495E-B588-8A38F8722E16}" dt="2019-09-10T07:27:51.731" v="3555"/>
          <ac:spMkLst>
            <pc:docMk/>
            <pc:sldMk cId="1172798678" sldId="924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27:28.976" v="3550" actId="20577"/>
          <ac:spMkLst>
            <pc:docMk/>
            <pc:sldMk cId="1172798678" sldId="924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31:02.020" v="3629" actId="113"/>
          <ac:spMkLst>
            <pc:docMk/>
            <pc:sldMk cId="1172798678" sldId="924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7T12:49:43.203" v="8171" actId="20577"/>
          <ac:spMkLst>
            <pc:docMk/>
            <pc:sldMk cId="1172798678" sldId="924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7:49:25.874" v="4127"/>
        <pc:sldMkLst>
          <pc:docMk/>
          <pc:sldMk cId="467302384" sldId="925"/>
        </pc:sldMkLst>
        <pc:spChg chg="mod">
          <ac:chgData name="Dimitar Zahariev" userId="b84e4ebc77879e88" providerId="LiveId" clId="{EBEE3A49-0BEE-495E-B588-8A38F8722E16}" dt="2019-09-10T07:32:02.779" v="3632"/>
          <ac:spMkLst>
            <pc:docMk/>
            <pc:sldMk cId="467302384" sldId="925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32:07.411" v="3639" actId="20577"/>
          <ac:spMkLst>
            <pc:docMk/>
            <pc:sldMk cId="467302384" sldId="925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34:36.420" v="3651" actId="20577"/>
          <ac:spMkLst>
            <pc:docMk/>
            <pc:sldMk cId="467302384" sldId="925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43:14.221" v="3782" actId="20577"/>
          <ac:spMkLst>
            <pc:docMk/>
            <pc:sldMk cId="467302384" sldId="925"/>
            <ac:spMk id="8" creationId="{00000000-0000-0000-0000-000000000000}"/>
          </ac:spMkLst>
        </pc:spChg>
      </pc:sldChg>
      <pc:sldChg chg="add del">
        <pc:chgData name="Dimitar Zahariev" userId="b84e4ebc77879e88" providerId="LiveId" clId="{EBEE3A49-0BEE-495E-B588-8A38F8722E16}" dt="2019-09-10T07:27:39.292" v="3552" actId="2696"/>
        <pc:sldMkLst>
          <pc:docMk/>
          <pc:sldMk cId="1487926230" sldId="925"/>
        </pc:sldMkLst>
      </pc:sldChg>
      <pc:sldChg chg="modSp add modAnim">
        <pc:chgData name="Dimitar Zahariev" userId="b84e4ebc77879e88" providerId="LiveId" clId="{EBEE3A49-0BEE-495E-B588-8A38F8722E16}" dt="2019-09-10T07:49:18.415" v="4124"/>
        <pc:sldMkLst>
          <pc:docMk/>
          <pc:sldMk cId="245320329" sldId="926"/>
        </pc:sldMkLst>
        <pc:spChg chg="mod">
          <ac:chgData name="Dimitar Zahariev" userId="b84e4ebc77879e88" providerId="LiveId" clId="{EBEE3A49-0BEE-495E-B588-8A38F8722E16}" dt="2019-09-10T07:43:38.850" v="3792"/>
          <ac:spMkLst>
            <pc:docMk/>
            <pc:sldMk cId="245320329" sldId="926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43:35.307" v="3791" actId="20577"/>
          <ac:spMkLst>
            <pc:docMk/>
            <pc:sldMk cId="245320329" sldId="926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43:46.389" v="3795" actId="20577"/>
          <ac:spMkLst>
            <pc:docMk/>
            <pc:sldMk cId="245320329" sldId="926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46:04.277" v="3981" actId="20577"/>
          <ac:spMkLst>
            <pc:docMk/>
            <pc:sldMk cId="245320329" sldId="926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7:49:14.580" v="4123"/>
        <pc:sldMkLst>
          <pc:docMk/>
          <pc:sldMk cId="1980771203" sldId="927"/>
        </pc:sldMkLst>
        <pc:spChg chg="mod">
          <ac:chgData name="Dimitar Zahariev" userId="b84e4ebc77879e88" providerId="LiveId" clId="{EBEE3A49-0BEE-495E-B588-8A38F8722E16}" dt="2019-09-10T07:46:37.575" v="3985"/>
          <ac:spMkLst>
            <pc:docMk/>
            <pc:sldMk cId="1980771203" sldId="927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46:29.045" v="3984"/>
          <ac:spMkLst>
            <pc:docMk/>
            <pc:sldMk cId="1980771203" sldId="927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49:10.228" v="4122" actId="20577"/>
          <ac:spMkLst>
            <pc:docMk/>
            <pc:sldMk cId="1980771203" sldId="927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48:11.240" v="4114" actId="5793"/>
          <ac:spMkLst>
            <pc:docMk/>
            <pc:sldMk cId="1980771203" sldId="927"/>
            <ac:spMk id="8" creationId="{00000000-0000-0000-0000-000000000000}"/>
          </ac:spMkLst>
        </pc:spChg>
      </pc:sldChg>
      <pc:sldChg chg="addSp modSp add modAnim">
        <pc:chgData name="Dimitar Zahariev" userId="b84e4ebc77879e88" providerId="LiveId" clId="{EBEE3A49-0BEE-495E-B588-8A38F8722E16}" dt="2019-09-10T12:14:03.212" v="6942"/>
        <pc:sldMkLst>
          <pc:docMk/>
          <pc:sldMk cId="857179227" sldId="928"/>
        </pc:sldMkLst>
        <pc:spChg chg="mod">
          <ac:chgData name="Dimitar Zahariev" userId="b84e4ebc77879e88" providerId="LiveId" clId="{EBEE3A49-0BEE-495E-B588-8A38F8722E16}" dt="2019-09-10T08:23:57.008" v="5269" actId="20577"/>
          <ac:spMkLst>
            <pc:docMk/>
            <pc:sldMk cId="857179227" sldId="928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51:45.639" v="4157" actId="20577"/>
          <ac:spMkLst>
            <pc:docMk/>
            <pc:sldMk cId="857179227" sldId="928"/>
            <ac:spMk id="4" creationId="{00000000-0000-0000-0000-000000000000}"/>
          </ac:spMkLst>
        </pc:spChg>
        <pc:spChg chg="add mod">
          <ac:chgData name="Dimitar Zahariev" userId="b84e4ebc77879e88" providerId="LiveId" clId="{EBEE3A49-0BEE-495E-B588-8A38F8722E16}" dt="2019-09-10T07:51:23.942" v="4153" actId="1076"/>
          <ac:spMkLst>
            <pc:docMk/>
            <pc:sldMk cId="857179227" sldId="928"/>
            <ac:spMk id="5" creationId="{B252AD50-6A99-4BF8-A28C-AC2ADF54D1DE}"/>
          </ac:spMkLst>
        </pc:spChg>
        <pc:spChg chg="mod">
          <ac:chgData name="Dimitar Zahariev" userId="b84e4ebc77879e88" providerId="LiveId" clId="{EBEE3A49-0BEE-495E-B588-8A38F8722E16}" dt="2019-09-10T08:24:04.748" v="5277" actId="20577"/>
          <ac:spMkLst>
            <pc:docMk/>
            <pc:sldMk cId="857179227" sldId="928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54:34.565" v="4238" actId="20577"/>
          <ac:spMkLst>
            <pc:docMk/>
            <pc:sldMk cId="857179227" sldId="928"/>
            <ac:spMk id="8" creationId="{00000000-0000-0000-0000-000000000000}"/>
          </ac:spMkLst>
        </pc:spChg>
        <pc:picChg chg="add">
          <ac:chgData name="Dimitar Zahariev" userId="b84e4ebc77879e88" providerId="LiveId" clId="{EBEE3A49-0BEE-495E-B588-8A38F8722E16}" dt="2019-09-10T07:49:38.579" v="4129"/>
          <ac:picMkLst>
            <pc:docMk/>
            <pc:sldMk cId="857179227" sldId="928"/>
            <ac:picMk id="7" creationId="{75AA0E29-E302-475C-A750-9157B91B27E7}"/>
          </ac:picMkLst>
        </pc:picChg>
      </pc:sldChg>
      <pc:sldChg chg="addSp delSp modSp add modAnim">
        <pc:chgData name="Dimitar Zahariev" userId="b84e4ebc77879e88" providerId="LiveId" clId="{EBEE3A49-0BEE-495E-B588-8A38F8722E16}" dt="2019-09-10T12:14:10.281" v="6943"/>
        <pc:sldMkLst>
          <pc:docMk/>
          <pc:sldMk cId="398778732" sldId="929"/>
        </pc:sldMkLst>
        <pc:spChg chg="mod">
          <ac:chgData name="Dimitar Zahariev" userId="b84e4ebc77879e88" providerId="LiveId" clId="{EBEE3A49-0BEE-495E-B588-8A38F8722E16}" dt="2019-09-10T08:24:20.396" v="5278" actId="20577"/>
          <ac:spMkLst>
            <pc:docMk/>
            <pc:sldMk cId="398778732" sldId="929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55:47.417" v="4256" actId="20577"/>
          <ac:spMkLst>
            <pc:docMk/>
            <pc:sldMk cId="398778732" sldId="929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56:50.433" v="4274" actId="1076"/>
          <ac:spMkLst>
            <pc:docMk/>
            <pc:sldMk cId="398778732" sldId="929"/>
            <ac:spMk id="5" creationId="{B252AD50-6A99-4BF8-A28C-AC2ADF54D1DE}"/>
          </ac:spMkLst>
        </pc:spChg>
        <pc:spChg chg="mod">
          <ac:chgData name="Dimitar Zahariev" userId="b84e4ebc77879e88" providerId="LiveId" clId="{EBEE3A49-0BEE-495E-B588-8A38F8722E16}" dt="2019-09-10T08:24:26.549" v="5286" actId="20577"/>
          <ac:spMkLst>
            <pc:docMk/>
            <pc:sldMk cId="398778732" sldId="929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58:49.812" v="4315" actId="20577"/>
          <ac:spMkLst>
            <pc:docMk/>
            <pc:sldMk cId="398778732" sldId="929"/>
            <ac:spMk id="8" creationId="{00000000-0000-0000-0000-000000000000}"/>
          </ac:spMkLst>
        </pc:spChg>
        <pc:picChg chg="del">
          <ac:chgData name="Dimitar Zahariev" userId="b84e4ebc77879e88" providerId="LiveId" clId="{EBEE3A49-0BEE-495E-B588-8A38F8722E16}" dt="2019-09-10T07:55:49.381" v="4257" actId="478"/>
          <ac:picMkLst>
            <pc:docMk/>
            <pc:sldMk cId="398778732" sldId="929"/>
            <ac:picMk id="7" creationId="{75AA0E29-E302-475C-A750-9157B91B27E7}"/>
          </ac:picMkLst>
        </pc:picChg>
        <pc:picChg chg="add">
          <ac:chgData name="Dimitar Zahariev" userId="b84e4ebc77879e88" providerId="LiveId" clId="{EBEE3A49-0BEE-495E-B588-8A38F8722E16}" dt="2019-09-10T07:55:55.471" v="4258"/>
          <ac:picMkLst>
            <pc:docMk/>
            <pc:sldMk cId="398778732" sldId="929"/>
            <ac:picMk id="9" creationId="{4D690CF5-39E8-4299-B2C9-CC12B4519974}"/>
          </ac:picMkLst>
        </pc:picChg>
      </pc:sldChg>
      <pc:sldChg chg="modSp add modAnim">
        <pc:chgData name="Dimitar Zahariev" userId="b84e4ebc77879e88" providerId="LiveId" clId="{EBEE3A49-0BEE-495E-B588-8A38F8722E16}" dt="2019-09-10T09:18:00.667" v="6890"/>
        <pc:sldMkLst>
          <pc:docMk/>
          <pc:sldMk cId="2852590016" sldId="930"/>
        </pc:sldMkLst>
        <pc:spChg chg="mod">
          <ac:chgData name="Dimitar Zahariev" userId="b84e4ebc77879e88" providerId="LiveId" clId="{EBEE3A49-0BEE-495E-B588-8A38F8722E16}" dt="2019-09-10T07:59:15.438" v="4322"/>
          <ac:spMkLst>
            <pc:docMk/>
            <pc:sldMk cId="2852590016" sldId="930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7:59:01.451" v="4321" actId="20577"/>
          <ac:spMkLst>
            <pc:docMk/>
            <pc:sldMk cId="2852590016" sldId="930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00:17.135" v="4333" actId="20577"/>
          <ac:spMkLst>
            <pc:docMk/>
            <pc:sldMk cId="2852590016" sldId="930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00:47.835" v="4367" actId="20577"/>
          <ac:spMkLst>
            <pc:docMk/>
            <pc:sldMk cId="2852590016" sldId="930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8:07.531" v="6891"/>
        <pc:sldMkLst>
          <pc:docMk/>
          <pc:sldMk cId="552906742" sldId="931"/>
        </pc:sldMkLst>
        <pc:spChg chg="mod">
          <ac:chgData name="Dimitar Zahariev" userId="b84e4ebc77879e88" providerId="LiveId" clId="{EBEE3A49-0BEE-495E-B588-8A38F8722E16}" dt="2019-09-10T08:01:28.166" v="4380"/>
          <ac:spMkLst>
            <pc:docMk/>
            <pc:sldMk cId="552906742" sldId="931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01:12.915" v="4377" actId="20577"/>
          <ac:spMkLst>
            <pc:docMk/>
            <pc:sldMk cId="552906742" sldId="931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02:00.076" v="4388" actId="20577"/>
          <ac:spMkLst>
            <pc:docMk/>
            <pc:sldMk cId="552906742" sldId="931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03:08.515" v="4493" actId="20577"/>
          <ac:spMkLst>
            <pc:docMk/>
            <pc:sldMk cId="552906742" sldId="931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8:12.412" v="6892"/>
        <pc:sldMkLst>
          <pc:docMk/>
          <pc:sldMk cId="4008393597" sldId="932"/>
        </pc:sldMkLst>
        <pc:spChg chg="mod">
          <ac:chgData name="Dimitar Zahariev" userId="b84e4ebc77879e88" providerId="LiveId" clId="{EBEE3A49-0BEE-495E-B588-8A38F8722E16}" dt="2019-09-10T08:04:40.527" v="4556" actId="6549"/>
          <ac:spMkLst>
            <pc:docMk/>
            <pc:sldMk cId="4008393597" sldId="932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03:28.393" v="4500" actId="20577"/>
          <ac:spMkLst>
            <pc:docMk/>
            <pc:sldMk cId="4008393597" sldId="932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04:08.557" v="4508" actId="20577"/>
          <ac:spMkLst>
            <pc:docMk/>
            <pc:sldMk cId="4008393597" sldId="932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07:02.822" v="4653" actId="20577"/>
          <ac:spMkLst>
            <pc:docMk/>
            <pc:sldMk cId="4008393597" sldId="932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8:16.619" v="6893"/>
        <pc:sldMkLst>
          <pc:docMk/>
          <pc:sldMk cId="1807892063" sldId="933"/>
        </pc:sldMkLst>
        <pc:spChg chg="mod">
          <ac:chgData name="Dimitar Zahariev" userId="b84e4ebc77879e88" providerId="LiveId" clId="{EBEE3A49-0BEE-495E-B588-8A38F8722E16}" dt="2019-09-10T08:12:31.470" v="4888" actId="20577"/>
          <ac:spMkLst>
            <pc:docMk/>
            <pc:sldMk cId="1807892063" sldId="933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07:15.346" v="4658" actId="20577"/>
          <ac:spMkLst>
            <pc:docMk/>
            <pc:sldMk cId="1807892063" sldId="933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09:13.717" v="4665" actId="20577"/>
          <ac:spMkLst>
            <pc:docMk/>
            <pc:sldMk cId="1807892063" sldId="933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12:07.086" v="4852" actId="20577"/>
          <ac:spMkLst>
            <pc:docMk/>
            <pc:sldMk cId="1807892063" sldId="933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8:20.006" v="6894"/>
        <pc:sldMkLst>
          <pc:docMk/>
          <pc:sldMk cId="1469713029" sldId="934"/>
        </pc:sldMkLst>
        <pc:spChg chg="mod">
          <ac:chgData name="Dimitar Zahariev" userId="b84e4ebc77879e88" providerId="LiveId" clId="{EBEE3A49-0BEE-495E-B588-8A38F8722E16}" dt="2019-09-10T08:13:33.283" v="4903" actId="20577"/>
          <ac:spMkLst>
            <pc:docMk/>
            <pc:sldMk cId="1469713029" sldId="934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12:42.825" v="4893" actId="20577"/>
          <ac:spMkLst>
            <pc:docMk/>
            <pc:sldMk cId="1469713029" sldId="934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13:22.216" v="4898" actId="20577"/>
          <ac:spMkLst>
            <pc:docMk/>
            <pc:sldMk cId="1469713029" sldId="934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15:15.143" v="4988" actId="20577"/>
          <ac:spMkLst>
            <pc:docMk/>
            <pc:sldMk cId="1469713029" sldId="934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8:23.819" v="6895"/>
        <pc:sldMkLst>
          <pc:docMk/>
          <pc:sldMk cId="2335239134" sldId="935"/>
        </pc:sldMkLst>
        <pc:spChg chg="mod">
          <ac:chgData name="Dimitar Zahariev" userId="b84e4ebc77879e88" providerId="LiveId" clId="{EBEE3A49-0BEE-495E-B588-8A38F8722E16}" dt="2019-09-10T08:15:38.555" v="4998"/>
          <ac:spMkLst>
            <pc:docMk/>
            <pc:sldMk cId="2335239134" sldId="935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15:35.713" v="4997" actId="20577"/>
          <ac:spMkLst>
            <pc:docMk/>
            <pc:sldMk cId="2335239134" sldId="935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17:33.743" v="5143" actId="20577"/>
          <ac:spMkLst>
            <pc:docMk/>
            <pc:sldMk cId="2335239134" sldId="935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17:15.575" v="5119" actId="20577"/>
          <ac:spMkLst>
            <pc:docMk/>
            <pc:sldMk cId="2335239134" sldId="935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8:31.226" v="6896"/>
        <pc:sldMkLst>
          <pc:docMk/>
          <pc:sldMk cId="3541800953" sldId="936"/>
        </pc:sldMkLst>
        <pc:spChg chg="mod">
          <ac:chgData name="Dimitar Zahariev" userId="b84e4ebc77879e88" providerId="LiveId" clId="{EBEE3A49-0BEE-495E-B588-8A38F8722E16}" dt="2019-09-10T08:18:52.457" v="5146"/>
          <ac:spMkLst>
            <pc:docMk/>
            <pc:sldMk cId="3541800953" sldId="936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18:57.426" v="5156" actId="20577"/>
          <ac:spMkLst>
            <pc:docMk/>
            <pc:sldMk cId="3541800953" sldId="936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19:09.991" v="5162" actId="20577"/>
          <ac:spMkLst>
            <pc:docMk/>
            <pc:sldMk cId="3541800953" sldId="936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0:01.371" v="5195" actId="20577"/>
          <ac:spMkLst>
            <pc:docMk/>
            <pc:sldMk cId="3541800953" sldId="936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8:35.474" v="6897"/>
        <pc:sldMkLst>
          <pc:docMk/>
          <pc:sldMk cId="2390561873" sldId="937"/>
        </pc:sldMkLst>
        <pc:spChg chg="mod">
          <ac:chgData name="Dimitar Zahariev" userId="b84e4ebc77879e88" providerId="LiveId" clId="{EBEE3A49-0BEE-495E-B588-8A38F8722E16}" dt="2019-09-10T08:20:17.483" v="5198"/>
          <ac:spMkLst>
            <pc:docMk/>
            <pc:sldMk cId="2390561873" sldId="937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0:21.888" v="5206" actId="20577"/>
          <ac:spMkLst>
            <pc:docMk/>
            <pc:sldMk cId="2390561873" sldId="937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1:03.310" v="5210" actId="20577"/>
          <ac:spMkLst>
            <pc:docMk/>
            <pc:sldMk cId="2390561873" sldId="937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1:14.486" v="5217" actId="20577"/>
          <ac:spMkLst>
            <pc:docMk/>
            <pc:sldMk cId="2390561873" sldId="937"/>
            <ac:spMk id="8" creationId="{00000000-0000-0000-0000-000000000000}"/>
          </ac:spMkLst>
        </pc:spChg>
      </pc:sldChg>
      <pc:sldChg chg="addSp delSp modSp add modAnim">
        <pc:chgData name="Dimitar Zahariev" userId="b84e4ebc77879e88" providerId="LiveId" clId="{EBEE3A49-0BEE-495E-B588-8A38F8722E16}" dt="2019-09-10T12:15:16.922" v="6944"/>
        <pc:sldMkLst>
          <pc:docMk/>
          <pc:sldMk cId="1239208993" sldId="938"/>
        </pc:sldMkLst>
        <pc:spChg chg="mod">
          <ac:chgData name="Dimitar Zahariev" userId="b84e4ebc77879e88" providerId="LiveId" clId="{EBEE3A49-0BEE-495E-B588-8A38F8722E16}" dt="2019-09-10T08:22:03.654" v="5224" actId="6549"/>
          <ac:spMkLst>
            <pc:docMk/>
            <pc:sldMk cId="1239208993" sldId="938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1:43.430" v="5220"/>
          <ac:spMkLst>
            <pc:docMk/>
            <pc:sldMk cId="1239208993" sldId="938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3:24.650" v="5268" actId="20577"/>
          <ac:spMkLst>
            <pc:docMk/>
            <pc:sldMk cId="1239208993" sldId="938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2:47.704" v="5255" actId="20577"/>
          <ac:spMkLst>
            <pc:docMk/>
            <pc:sldMk cId="1239208993" sldId="938"/>
            <ac:spMk id="8" creationId="{00000000-0000-0000-0000-000000000000}"/>
          </ac:spMkLst>
        </pc:spChg>
        <pc:picChg chg="del">
          <ac:chgData name="Dimitar Zahariev" userId="b84e4ebc77879e88" providerId="LiveId" clId="{EBEE3A49-0BEE-495E-B588-8A38F8722E16}" dt="2019-09-10T08:21:45.877" v="5221" actId="478"/>
          <ac:picMkLst>
            <pc:docMk/>
            <pc:sldMk cId="1239208993" sldId="938"/>
            <ac:picMk id="7" creationId="{75AA0E29-E302-475C-A750-9157B91B27E7}"/>
          </ac:picMkLst>
        </pc:picChg>
        <pc:picChg chg="add">
          <ac:chgData name="Dimitar Zahariev" userId="b84e4ebc77879e88" providerId="LiveId" clId="{EBEE3A49-0BEE-495E-B588-8A38F8722E16}" dt="2019-09-10T08:21:50.495" v="5222"/>
          <ac:picMkLst>
            <pc:docMk/>
            <pc:sldMk cId="1239208993" sldId="938"/>
            <ac:picMk id="9" creationId="{E4E50AB9-DE74-4BF1-B827-59727F601355}"/>
          </ac:picMkLst>
        </pc:picChg>
      </pc:sldChg>
      <pc:sldChg chg="addSp delSp modSp add modAnim">
        <pc:chgData name="Dimitar Zahariev" userId="b84e4ebc77879e88" providerId="LiveId" clId="{EBEE3A49-0BEE-495E-B588-8A38F8722E16}" dt="2019-09-10T12:15:19.811" v="6945"/>
        <pc:sldMkLst>
          <pc:docMk/>
          <pc:sldMk cId="2487794478" sldId="939"/>
        </pc:sldMkLst>
        <pc:spChg chg="mod">
          <ac:chgData name="Dimitar Zahariev" userId="b84e4ebc77879e88" providerId="LiveId" clId="{EBEE3A49-0BEE-495E-B588-8A38F8722E16}" dt="2019-09-10T08:25:15.637" v="5295" actId="20577"/>
          <ac:spMkLst>
            <pc:docMk/>
            <pc:sldMk cId="2487794478" sldId="939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4:51.347" v="5288"/>
          <ac:spMkLst>
            <pc:docMk/>
            <pc:sldMk cId="2487794478" sldId="939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5:29.701" v="5305" actId="20577"/>
          <ac:spMkLst>
            <pc:docMk/>
            <pc:sldMk cId="2487794478" sldId="939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6:12.775" v="5331" actId="20577"/>
          <ac:spMkLst>
            <pc:docMk/>
            <pc:sldMk cId="2487794478" sldId="939"/>
            <ac:spMk id="8" creationId="{00000000-0000-0000-0000-000000000000}"/>
          </ac:spMkLst>
        </pc:spChg>
        <pc:picChg chg="del">
          <ac:chgData name="Dimitar Zahariev" userId="b84e4ebc77879e88" providerId="LiveId" clId="{EBEE3A49-0BEE-495E-B588-8A38F8722E16}" dt="2019-09-10T08:24:53.160" v="5289" actId="478"/>
          <ac:picMkLst>
            <pc:docMk/>
            <pc:sldMk cId="2487794478" sldId="939"/>
            <ac:picMk id="9" creationId="{4D690CF5-39E8-4299-B2C9-CC12B4519974}"/>
          </ac:picMkLst>
        </pc:picChg>
        <pc:picChg chg="add">
          <ac:chgData name="Dimitar Zahariev" userId="b84e4ebc77879e88" providerId="LiveId" clId="{EBEE3A49-0BEE-495E-B588-8A38F8722E16}" dt="2019-09-10T08:24:58.100" v="5290"/>
          <ac:picMkLst>
            <pc:docMk/>
            <pc:sldMk cId="2487794478" sldId="939"/>
            <ac:picMk id="10" creationId="{9AA54F11-71A5-45B4-8574-3A5682724D6F}"/>
          </ac:picMkLst>
        </pc:picChg>
      </pc:sldChg>
      <pc:sldChg chg="modSp add modAnim">
        <pc:chgData name="Dimitar Zahariev" userId="b84e4ebc77879e88" providerId="LiveId" clId="{EBEE3A49-0BEE-495E-B588-8A38F8722E16}" dt="2019-09-10T09:18:51.719" v="6898"/>
        <pc:sldMkLst>
          <pc:docMk/>
          <pc:sldMk cId="909822734" sldId="940"/>
        </pc:sldMkLst>
        <pc:spChg chg="mod">
          <ac:chgData name="Dimitar Zahariev" userId="b84e4ebc77879e88" providerId="LiveId" clId="{EBEE3A49-0BEE-495E-B588-8A38F8722E16}" dt="2019-09-10T08:27:29.301" v="5340"/>
          <ac:spMkLst>
            <pc:docMk/>
            <pc:sldMk cId="909822734" sldId="940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7:19.510" v="5339" actId="20577"/>
          <ac:spMkLst>
            <pc:docMk/>
            <pc:sldMk cId="909822734" sldId="940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7:54.058" v="5356" actId="20577"/>
          <ac:spMkLst>
            <pc:docMk/>
            <pc:sldMk cId="909822734" sldId="940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28:43.464" v="5480" actId="20577"/>
          <ac:spMkLst>
            <pc:docMk/>
            <pc:sldMk cId="909822734" sldId="940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8:55.690" v="6899"/>
        <pc:sldMkLst>
          <pc:docMk/>
          <pc:sldMk cId="4242263895" sldId="941"/>
        </pc:sldMkLst>
        <pc:spChg chg="mod">
          <ac:chgData name="Dimitar Zahariev" userId="b84e4ebc77879e88" providerId="LiveId" clId="{EBEE3A49-0BEE-495E-B588-8A38F8722E16}" dt="2019-09-10T08:38:29.367" v="5484"/>
          <ac:spMkLst>
            <pc:docMk/>
            <pc:sldMk cId="4242263895" sldId="941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38:21.728" v="5483"/>
          <ac:spMkLst>
            <pc:docMk/>
            <pc:sldMk cId="4242263895" sldId="941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39:57.928" v="5561" actId="20577"/>
          <ac:spMkLst>
            <pc:docMk/>
            <pc:sldMk cId="4242263895" sldId="941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41:08.504" v="5568" actId="20577"/>
          <ac:spMkLst>
            <pc:docMk/>
            <pc:sldMk cId="4242263895" sldId="941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9:01.585" v="6900"/>
        <pc:sldMkLst>
          <pc:docMk/>
          <pc:sldMk cId="1444841552" sldId="942"/>
        </pc:sldMkLst>
        <pc:spChg chg="mod">
          <ac:chgData name="Dimitar Zahariev" userId="b84e4ebc77879e88" providerId="LiveId" clId="{EBEE3A49-0BEE-495E-B588-8A38F8722E16}" dt="2019-09-10T08:41:28.246" v="5576"/>
          <ac:spMkLst>
            <pc:docMk/>
            <pc:sldMk cId="1444841552" sldId="942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41:25.119" v="5575" actId="20577"/>
          <ac:spMkLst>
            <pc:docMk/>
            <pc:sldMk cId="1444841552" sldId="942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42:04.049" v="5587" actId="20577"/>
          <ac:spMkLst>
            <pc:docMk/>
            <pc:sldMk cId="1444841552" sldId="942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43:44.659" v="5667" actId="20577"/>
          <ac:spMkLst>
            <pc:docMk/>
            <pc:sldMk cId="1444841552" sldId="942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9:07.301" v="6901"/>
        <pc:sldMkLst>
          <pc:docMk/>
          <pc:sldMk cId="3607470639" sldId="943"/>
        </pc:sldMkLst>
        <pc:spChg chg="mod">
          <ac:chgData name="Dimitar Zahariev" userId="b84e4ebc77879e88" providerId="LiveId" clId="{EBEE3A49-0BEE-495E-B588-8A38F8722E16}" dt="2019-09-10T08:44:14.769" v="5672"/>
          <ac:spMkLst>
            <pc:docMk/>
            <pc:sldMk cId="3607470639" sldId="943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44:07.858" v="5671" actId="20577"/>
          <ac:spMkLst>
            <pc:docMk/>
            <pc:sldMk cId="3607470639" sldId="943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45:14.014" v="5692" actId="20577"/>
          <ac:spMkLst>
            <pc:docMk/>
            <pc:sldMk cId="3607470639" sldId="943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47:25.417" v="5844" actId="20577"/>
          <ac:spMkLst>
            <pc:docMk/>
            <pc:sldMk cId="3607470639" sldId="943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9:12.779" v="6902"/>
        <pc:sldMkLst>
          <pc:docMk/>
          <pc:sldMk cId="1415434461" sldId="944"/>
        </pc:sldMkLst>
        <pc:spChg chg="mod">
          <ac:chgData name="Dimitar Zahariev" userId="b84e4ebc77879e88" providerId="LiveId" clId="{EBEE3A49-0BEE-495E-B588-8A38F8722E16}" dt="2019-09-10T08:48:35.206" v="5847"/>
          <ac:spMkLst>
            <pc:docMk/>
            <pc:sldMk cId="1415434461" sldId="944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48:39.008" v="5851" actId="20577"/>
          <ac:spMkLst>
            <pc:docMk/>
            <pc:sldMk cId="1415434461" sldId="944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51:32.470" v="5935" actId="20577"/>
          <ac:spMkLst>
            <pc:docMk/>
            <pc:sldMk cId="1415434461" sldId="944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49:26.299" v="5922"/>
          <ac:spMkLst>
            <pc:docMk/>
            <pc:sldMk cId="1415434461" sldId="944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09:19:24.445" v="6903"/>
        <pc:sldMkLst>
          <pc:docMk/>
          <pc:sldMk cId="1619882199" sldId="945"/>
        </pc:sldMkLst>
        <pc:spChg chg="mod">
          <ac:chgData name="Dimitar Zahariev" userId="b84e4ebc77879e88" providerId="LiveId" clId="{EBEE3A49-0BEE-495E-B588-8A38F8722E16}" dt="2019-09-10T08:52:32.677" v="5957"/>
          <ac:spMkLst>
            <pc:docMk/>
            <pc:sldMk cId="1619882199" sldId="945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51:51.845" v="5938" actId="20577"/>
          <ac:spMkLst>
            <pc:docMk/>
            <pc:sldMk cId="1619882199" sldId="945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52:17.386" v="5956" actId="20577"/>
          <ac:spMkLst>
            <pc:docMk/>
            <pc:sldMk cId="1619882199" sldId="945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8:54:32.827" v="6040" actId="20577"/>
          <ac:spMkLst>
            <pc:docMk/>
            <pc:sldMk cId="1619882199" sldId="945"/>
            <ac:spMk id="8" creationId="{00000000-0000-0000-0000-000000000000}"/>
          </ac:spMkLst>
        </pc:spChg>
      </pc:sldChg>
      <pc:sldChg chg="addSp modSp add modAnim">
        <pc:chgData name="Dimitar Zahariev" userId="b84e4ebc77879e88" providerId="LiveId" clId="{EBEE3A49-0BEE-495E-B588-8A38F8722E16}" dt="2019-09-10T12:19:09.555" v="6946"/>
        <pc:sldMkLst>
          <pc:docMk/>
          <pc:sldMk cId="2914529736" sldId="946"/>
        </pc:sldMkLst>
        <pc:spChg chg="mod">
          <ac:chgData name="Dimitar Zahariev" userId="b84e4ebc77879e88" providerId="LiveId" clId="{EBEE3A49-0BEE-495E-B588-8A38F8722E16}" dt="2019-09-10T09:03:32.913" v="6442"/>
          <ac:spMkLst>
            <pc:docMk/>
            <pc:sldMk cId="2914529736" sldId="946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9:03:11.916" v="6441" actId="20577"/>
          <ac:spMkLst>
            <pc:docMk/>
            <pc:sldMk cId="2914529736" sldId="946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9:05:12.843" v="6527" actId="20577"/>
          <ac:spMkLst>
            <pc:docMk/>
            <pc:sldMk cId="2914529736" sldId="946"/>
            <ac:spMk id="6" creationId="{00000000-0000-0000-0000-000000000000}"/>
          </ac:spMkLst>
        </pc:spChg>
        <pc:spChg chg="add mod">
          <ac:chgData name="Dimitar Zahariev" userId="b84e4ebc77879e88" providerId="LiveId" clId="{EBEE3A49-0BEE-495E-B588-8A38F8722E16}" dt="2019-09-10T09:12:35.838" v="6758" actId="1076"/>
          <ac:spMkLst>
            <pc:docMk/>
            <pc:sldMk cId="2914529736" sldId="946"/>
            <ac:spMk id="7" creationId="{32762A45-1C1C-4BE7-A73B-4DAFECA7D834}"/>
          </ac:spMkLst>
        </pc:spChg>
        <pc:spChg chg="mod">
          <ac:chgData name="Dimitar Zahariev" userId="b84e4ebc77879e88" providerId="LiveId" clId="{EBEE3A49-0BEE-495E-B588-8A38F8722E16}" dt="2019-09-10T09:12:02.122" v="6694" actId="20577"/>
          <ac:spMkLst>
            <pc:docMk/>
            <pc:sldMk cId="2914529736" sldId="946"/>
            <ac:spMk id="8" creationId="{00000000-0000-0000-0000-000000000000}"/>
          </ac:spMkLst>
        </pc:spChg>
      </pc:sldChg>
      <pc:sldChg chg="addSp modSp add modAnim">
        <pc:chgData name="Dimitar Zahariev" userId="b84e4ebc77879e88" providerId="LiveId" clId="{EBEE3A49-0BEE-495E-B588-8A38F8722E16}" dt="2019-09-10T12:19:14.284" v="6947"/>
        <pc:sldMkLst>
          <pc:docMk/>
          <pc:sldMk cId="73451807" sldId="947"/>
        </pc:sldMkLst>
        <pc:spChg chg="mod">
          <ac:chgData name="Dimitar Zahariev" userId="b84e4ebc77879e88" providerId="LiveId" clId="{EBEE3A49-0BEE-495E-B588-8A38F8722E16}" dt="2019-09-10T09:06:18.579" v="6530"/>
          <ac:spMkLst>
            <pc:docMk/>
            <pc:sldMk cId="73451807" sldId="947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9:06:11.073" v="6529"/>
          <ac:spMkLst>
            <pc:docMk/>
            <pc:sldMk cId="73451807" sldId="947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9:07:08.183" v="6569" actId="20577"/>
          <ac:spMkLst>
            <pc:docMk/>
            <pc:sldMk cId="73451807" sldId="947"/>
            <ac:spMk id="6" creationId="{00000000-0000-0000-0000-000000000000}"/>
          </ac:spMkLst>
        </pc:spChg>
        <pc:spChg chg="add">
          <ac:chgData name="Dimitar Zahariev" userId="b84e4ebc77879e88" providerId="LiveId" clId="{EBEE3A49-0BEE-495E-B588-8A38F8722E16}" dt="2019-09-10T09:12:40.274" v="6759"/>
          <ac:spMkLst>
            <pc:docMk/>
            <pc:sldMk cId="73451807" sldId="947"/>
            <ac:spMk id="7" creationId="{10EC929F-4599-47BA-A2C3-20E9BE712400}"/>
          </ac:spMkLst>
        </pc:spChg>
        <pc:spChg chg="mod">
          <ac:chgData name="Dimitar Zahariev" userId="b84e4ebc77879e88" providerId="LiveId" clId="{EBEE3A49-0BEE-495E-B588-8A38F8722E16}" dt="2019-09-10T09:09:14.803" v="6653" actId="20577"/>
          <ac:spMkLst>
            <pc:docMk/>
            <pc:sldMk cId="73451807" sldId="947"/>
            <ac:spMk id="8" creationId="{00000000-0000-0000-0000-000000000000}"/>
          </ac:spMkLst>
        </pc:spChg>
      </pc:sldChg>
      <pc:sldChg chg="addSp modSp add modAnim">
        <pc:chgData name="Dimitar Zahariev" userId="b84e4ebc77879e88" providerId="LiveId" clId="{EBEE3A49-0BEE-495E-B588-8A38F8722E16}" dt="2019-09-10T12:19:20.105" v="6948"/>
        <pc:sldMkLst>
          <pc:docMk/>
          <pc:sldMk cId="1957298857" sldId="948"/>
        </pc:sldMkLst>
        <pc:spChg chg="mod">
          <ac:chgData name="Dimitar Zahariev" userId="b84e4ebc77879e88" providerId="LiveId" clId="{EBEE3A49-0BEE-495E-B588-8A38F8722E16}" dt="2019-09-10T09:10:00.615" v="6657"/>
          <ac:spMkLst>
            <pc:docMk/>
            <pc:sldMk cId="1957298857" sldId="948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9:09:55.022" v="6656"/>
          <ac:spMkLst>
            <pc:docMk/>
            <pc:sldMk cId="1957298857" sldId="948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9:10:19.750" v="6670" actId="6549"/>
          <ac:spMkLst>
            <pc:docMk/>
            <pc:sldMk cId="1957298857" sldId="948"/>
            <ac:spMk id="6" creationId="{00000000-0000-0000-0000-000000000000}"/>
          </ac:spMkLst>
        </pc:spChg>
        <pc:spChg chg="add">
          <ac:chgData name="Dimitar Zahariev" userId="b84e4ebc77879e88" providerId="LiveId" clId="{EBEE3A49-0BEE-495E-B588-8A38F8722E16}" dt="2019-09-10T09:12:45.598" v="6760"/>
          <ac:spMkLst>
            <pc:docMk/>
            <pc:sldMk cId="1957298857" sldId="948"/>
            <ac:spMk id="7" creationId="{6FBD309D-0D44-415C-AB4D-EE4C7D4410B2}"/>
          </ac:spMkLst>
        </pc:spChg>
        <pc:spChg chg="mod">
          <ac:chgData name="Dimitar Zahariev" userId="b84e4ebc77879e88" providerId="LiveId" clId="{EBEE3A49-0BEE-495E-B588-8A38F8722E16}" dt="2019-09-10T09:11:22.344" v="6691" actId="20577"/>
          <ac:spMkLst>
            <pc:docMk/>
            <pc:sldMk cId="1957298857" sldId="948"/>
            <ac:spMk id="8" creationId="{00000000-0000-0000-0000-000000000000}"/>
          </ac:spMkLst>
        </pc:spChg>
      </pc:sldChg>
      <pc:sldChg chg="delSp modSp add modAnim">
        <pc:chgData name="Dimitar Zahariev" userId="b84e4ebc77879e88" providerId="LiveId" clId="{EBEE3A49-0BEE-495E-B588-8A38F8722E16}" dt="2019-09-10T09:20:28.558" v="6907"/>
        <pc:sldMkLst>
          <pc:docMk/>
          <pc:sldMk cId="2140609646" sldId="949"/>
        </pc:sldMkLst>
        <pc:spChg chg="mod">
          <ac:chgData name="Dimitar Zahariev" userId="b84e4ebc77879e88" providerId="LiveId" clId="{EBEE3A49-0BEE-495E-B588-8A38F8722E16}" dt="2019-09-10T09:13:23.542" v="6767"/>
          <ac:spMkLst>
            <pc:docMk/>
            <pc:sldMk cId="2140609646" sldId="949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9:13:16.269" v="6766" actId="20577"/>
          <ac:spMkLst>
            <pc:docMk/>
            <pc:sldMk cId="2140609646" sldId="949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09:15:06.314" v="6882" actId="20577"/>
          <ac:spMkLst>
            <pc:docMk/>
            <pc:sldMk cId="2140609646" sldId="949"/>
            <ac:spMk id="6" creationId="{00000000-0000-0000-0000-000000000000}"/>
          </ac:spMkLst>
        </pc:spChg>
        <pc:spChg chg="del">
          <ac:chgData name="Dimitar Zahariev" userId="b84e4ebc77879e88" providerId="LiveId" clId="{EBEE3A49-0BEE-495E-B588-8A38F8722E16}" dt="2019-09-10T09:14:32.832" v="6877" actId="478"/>
          <ac:spMkLst>
            <pc:docMk/>
            <pc:sldMk cId="2140609646" sldId="949"/>
            <ac:spMk id="7" creationId="{32762A45-1C1C-4BE7-A73B-4DAFECA7D834}"/>
          </ac:spMkLst>
        </pc:spChg>
        <pc:spChg chg="mod">
          <ac:chgData name="Dimitar Zahariev" userId="b84e4ebc77879e88" providerId="LiveId" clId="{EBEE3A49-0BEE-495E-B588-8A38F8722E16}" dt="2019-09-10T09:14:28.485" v="6876" actId="20577"/>
          <ac:spMkLst>
            <pc:docMk/>
            <pc:sldMk cId="2140609646" sldId="949"/>
            <ac:spMk id="8" creationId="{00000000-0000-0000-0000-000000000000}"/>
          </ac:spMkLst>
        </pc:spChg>
      </pc:sldChg>
      <pc:sldChg chg="modSp add">
        <pc:chgData name="Dimitar Zahariev" userId="b84e4ebc77879e88" providerId="LiveId" clId="{EBEE3A49-0BEE-495E-B588-8A38F8722E16}" dt="2019-09-10T12:28:33.010" v="7144" actId="20577"/>
        <pc:sldMkLst>
          <pc:docMk/>
          <pc:sldMk cId="3589012619" sldId="950"/>
        </pc:sldMkLst>
        <pc:spChg chg="mod">
          <ac:chgData name="Dimitar Zahariev" userId="b84e4ebc77879e88" providerId="LiveId" clId="{EBEE3A49-0BEE-495E-B588-8A38F8722E16}" dt="2019-09-10T12:25:55.263" v="7025" actId="20577"/>
          <ac:spMkLst>
            <pc:docMk/>
            <pc:sldMk cId="3589012619" sldId="950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2:25:21.013" v="6951" actId="20577"/>
          <ac:spMkLst>
            <pc:docMk/>
            <pc:sldMk cId="3589012619" sldId="950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2:26:03.409" v="7033" actId="20577"/>
          <ac:spMkLst>
            <pc:docMk/>
            <pc:sldMk cId="3589012619" sldId="950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2:28:33.010" v="7144" actId="20577"/>
          <ac:spMkLst>
            <pc:docMk/>
            <pc:sldMk cId="3589012619" sldId="950"/>
            <ac:spMk id="8" creationId="{00000000-0000-0000-0000-000000000000}"/>
          </ac:spMkLst>
        </pc:spChg>
      </pc:sldChg>
      <pc:sldChg chg="modSp add">
        <pc:chgData name="Dimitar Zahariev" userId="b84e4ebc77879e88" providerId="LiveId" clId="{EBEE3A49-0BEE-495E-B588-8A38F8722E16}" dt="2019-09-10T12:32:22.712" v="7215" actId="5793"/>
        <pc:sldMkLst>
          <pc:docMk/>
          <pc:sldMk cId="177906868" sldId="951"/>
        </pc:sldMkLst>
        <pc:spChg chg="mod">
          <ac:chgData name="Dimitar Zahariev" userId="b84e4ebc77879e88" providerId="LiveId" clId="{EBEE3A49-0BEE-495E-B588-8A38F8722E16}" dt="2019-09-10T12:30:06.893" v="7165" actId="20577"/>
          <ac:spMkLst>
            <pc:docMk/>
            <pc:sldMk cId="177906868" sldId="951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2:25:24.122" v="6954" actId="20577"/>
          <ac:spMkLst>
            <pc:docMk/>
            <pc:sldMk cId="177906868" sldId="951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2:30:22.041" v="7188" actId="20577"/>
          <ac:spMkLst>
            <pc:docMk/>
            <pc:sldMk cId="177906868" sldId="951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2:32:22.712" v="7215" actId="5793"/>
          <ac:spMkLst>
            <pc:docMk/>
            <pc:sldMk cId="177906868" sldId="951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12:48:02.159" v="7297" actId="20577"/>
        <pc:sldMkLst>
          <pc:docMk/>
          <pc:sldMk cId="1504575168" sldId="952"/>
        </pc:sldMkLst>
        <pc:spChg chg="mod">
          <ac:chgData name="Dimitar Zahariev" userId="b84e4ebc77879e88" providerId="LiveId" clId="{EBEE3A49-0BEE-495E-B588-8A38F8722E16}" dt="2019-09-10T12:48:02.159" v="7297" actId="20577"/>
          <ac:spMkLst>
            <pc:docMk/>
            <pc:sldMk cId="1504575168" sldId="952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EBEE3A49-0BEE-495E-B588-8A38F8722E16}" dt="2019-09-10T12:47:45.773" v="7275" actId="113"/>
        <pc:sldMkLst>
          <pc:docMk/>
          <pc:sldMk cId="3195602791" sldId="953"/>
        </pc:sldMkLst>
        <pc:spChg chg="mod">
          <ac:chgData name="Dimitar Zahariev" userId="b84e4ebc77879e88" providerId="LiveId" clId="{EBEE3A49-0BEE-495E-B588-8A38F8722E16}" dt="2019-09-10T12:47:45.773" v="7275" actId="113"/>
          <ac:spMkLst>
            <pc:docMk/>
            <pc:sldMk cId="3195602791" sldId="953"/>
            <ac:spMk id="8" creationId="{00000000-0000-0000-0000-000000000000}"/>
          </ac:spMkLst>
        </pc:spChg>
      </pc:sldChg>
      <pc:sldChg chg="modSp add">
        <pc:chgData name="Dimitar Zahariev" userId="b84e4ebc77879e88" providerId="LiveId" clId="{EBEE3A49-0BEE-495E-B588-8A38F8722E16}" dt="2019-09-10T12:49:24.280" v="7479" actId="20577"/>
        <pc:sldMkLst>
          <pc:docMk/>
          <pc:sldMk cId="2360725738" sldId="954"/>
        </pc:sldMkLst>
        <pc:spChg chg="mod">
          <ac:chgData name="Dimitar Zahariev" userId="b84e4ebc77879e88" providerId="LiveId" clId="{EBEE3A49-0BEE-495E-B588-8A38F8722E16}" dt="2019-09-10T12:48:44.200" v="7352" actId="20577"/>
          <ac:spMkLst>
            <pc:docMk/>
            <pc:sldMk cId="2360725738" sldId="954"/>
            <ac:spMk id="3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2:48:17.092" v="7305" actId="20577"/>
          <ac:spMkLst>
            <pc:docMk/>
            <pc:sldMk cId="2360725738" sldId="954"/>
            <ac:spMk id="4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2:48:32.979" v="7312" actId="20577"/>
          <ac:spMkLst>
            <pc:docMk/>
            <pc:sldMk cId="2360725738" sldId="954"/>
            <ac:spMk id="6" creationId="{00000000-0000-0000-0000-000000000000}"/>
          </ac:spMkLst>
        </pc:spChg>
        <pc:spChg chg="mod">
          <ac:chgData name="Dimitar Zahariev" userId="b84e4ebc77879e88" providerId="LiveId" clId="{EBEE3A49-0BEE-495E-B588-8A38F8722E16}" dt="2019-09-10T12:49:24.280" v="7479" actId="20577"/>
          <ac:spMkLst>
            <pc:docMk/>
            <pc:sldMk cId="2360725738" sldId="954"/>
            <ac:spMk id="8" creationId="{00000000-0000-0000-0000-000000000000}"/>
          </ac:spMkLst>
        </pc:spChg>
      </pc:sldChg>
      <pc:sldMasterChg chg="modSldLayout">
        <pc:chgData name="Dimitar Zahariev" userId="b84e4ebc77879e88" providerId="LiveId" clId="{EBEE3A49-0BEE-495E-B588-8A38F8722E16}" dt="2019-09-09T07:21:14.162" v="177"/>
        <pc:sldMasterMkLst>
          <pc:docMk/>
          <pc:sldMasterMk cId="2446286544" sldId="2147483689"/>
        </pc:sldMasterMkLst>
        <pc:sldLayoutChg chg="setBg">
          <pc:chgData name="Dimitar Zahariev" userId="b84e4ebc77879e88" providerId="LiveId" clId="{EBEE3A49-0BEE-495E-B588-8A38F8722E16}" dt="2019-09-09T07:21:14.162" v="177"/>
          <pc:sldLayoutMkLst>
            <pc:docMk/>
            <pc:sldMasterMk cId="2446286544" sldId="2147483689"/>
            <pc:sldLayoutMk cId="1892647389" sldId="2147483700"/>
          </pc:sldLayoutMkLst>
        </pc:sldLayoutChg>
      </pc:sldMasterChg>
    </pc:docChg>
  </pc:docChgLst>
  <pc:docChgLst>
    <pc:chgData name="Dimitar Zahariev" userId="b84e4ebc77879e88" providerId="LiveId" clId="{B6ABBE05-4777-44E4-8AFC-ACCF2D3246A3}"/>
    <pc:docChg chg="undo custSel addSld delSld modSld sldOrd modSection">
      <pc:chgData name="Dimitar Zahariev" userId="b84e4ebc77879e88" providerId="LiveId" clId="{B6ABBE05-4777-44E4-8AFC-ACCF2D3246A3}" dt="2020-05-11T14:35:37.482" v="280" actId="20577"/>
      <pc:docMkLst>
        <pc:docMk/>
      </pc:docMkLst>
      <pc:sldChg chg="add del">
        <pc:chgData name="Dimitar Zahariev" userId="b84e4ebc77879e88" providerId="LiveId" clId="{B6ABBE05-4777-44E4-8AFC-ACCF2D3246A3}" dt="2020-05-10T14:22:28.773" v="244"/>
        <pc:sldMkLst>
          <pc:docMk/>
          <pc:sldMk cId="3538928320" sldId="401"/>
        </pc:sldMkLst>
      </pc:sldChg>
      <pc:sldChg chg="modSp ord">
        <pc:chgData name="Dimitar Zahariev" userId="b84e4ebc77879e88" providerId="LiveId" clId="{B6ABBE05-4777-44E4-8AFC-ACCF2D3246A3}" dt="2020-05-11T14:35:37.482" v="280" actId="20577"/>
        <pc:sldMkLst>
          <pc:docMk/>
          <pc:sldMk cId="1909796700" sldId="402"/>
        </pc:sldMkLst>
        <pc:spChg chg="mod">
          <ac:chgData name="Dimitar Zahariev" userId="b84e4ebc77879e88" providerId="LiveId" clId="{B6ABBE05-4777-44E4-8AFC-ACCF2D3246A3}" dt="2020-05-11T14:35:37.482" v="280" actId="20577"/>
          <ac:spMkLst>
            <pc:docMk/>
            <pc:sldMk cId="1909796700" sldId="402"/>
            <ac:spMk id="9" creationId="{00000000-0000-0000-0000-000000000000}"/>
          </ac:spMkLst>
        </pc:spChg>
        <pc:spChg chg="mod">
          <ac:chgData name="Dimitar Zahariev" userId="b84e4ebc77879e88" providerId="LiveId" clId="{B6ABBE05-4777-44E4-8AFC-ACCF2D3246A3}" dt="2020-05-11T14:33:18.414" v="273" actId="20577"/>
          <ac:spMkLst>
            <pc:docMk/>
            <pc:sldMk cId="1909796700" sldId="402"/>
            <ac:spMk id="10" creationId="{00000000-0000-0000-0000-000000000000}"/>
          </ac:spMkLst>
        </pc:spChg>
      </pc:sldChg>
      <pc:sldChg chg="del">
        <pc:chgData name="Dimitar Zahariev" userId="b84e4ebc77879e88" providerId="LiveId" clId="{B6ABBE05-4777-44E4-8AFC-ACCF2D3246A3}" dt="2020-05-10T13:28:21.701" v="232" actId="47"/>
        <pc:sldMkLst>
          <pc:docMk/>
          <pc:sldMk cId="144186764" sldId="405"/>
        </pc:sldMkLst>
      </pc:sldChg>
      <pc:sldChg chg="del">
        <pc:chgData name="Dimitar Zahariev" userId="b84e4ebc77879e88" providerId="LiveId" clId="{B6ABBE05-4777-44E4-8AFC-ACCF2D3246A3}" dt="2020-05-10T13:28:21.701" v="232" actId="47"/>
        <pc:sldMkLst>
          <pc:docMk/>
          <pc:sldMk cId="582614691" sldId="490"/>
        </pc:sldMkLst>
      </pc:sldChg>
      <pc:sldChg chg="del">
        <pc:chgData name="Dimitar Zahariev" userId="b84e4ebc77879e88" providerId="LiveId" clId="{B6ABBE05-4777-44E4-8AFC-ACCF2D3246A3}" dt="2020-05-10T13:28:21.701" v="232" actId="47"/>
        <pc:sldMkLst>
          <pc:docMk/>
          <pc:sldMk cId="1293583112" sldId="491"/>
        </pc:sldMkLst>
      </pc:sldChg>
      <pc:sldChg chg="add del">
        <pc:chgData name="Dimitar Zahariev" userId="b84e4ebc77879e88" providerId="LiveId" clId="{B6ABBE05-4777-44E4-8AFC-ACCF2D3246A3}" dt="2020-05-10T14:22:36.515" v="245" actId="47"/>
        <pc:sldMkLst>
          <pc:docMk/>
          <pc:sldMk cId="3506533871" sldId="493"/>
        </pc:sldMkLst>
      </pc:sldChg>
      <pc:sldChg chg="modSp">
        <pc:chgData name="Dimitar Zahariev" userId="b84e4ebc77879e88" providerId="LiveId" clId="{B6ABBE05-4777-44E4-8AFC-ACCF2D3246A3}" dt="2020-05-10T13:08:59.768" v="45" actId="113"/>
        <pc:sldMkLst>
          <pc:docMk/>
          <pc:sldMk cId="255354301" sldId="630"/>
        </pc:sldMkLst>
        <pc:spChg chg="mod">
          <ac:chgData name="Dimitar Zahariev" userId="b84e4ebc77879e88" providerId="LiveId" clId="{B6ABBE05-4777-44E4-8AFC-ACCF2D3246A3}" dt="2020-05-10T13:08:59.768" v="45" actId="113"/>
          <ac:spMkLst>
            <pc:docMk/>
            <pc:sldMk cId="255354301" sldId="630"/>
            <ac:spMk id="3" creationId="{00000000-0000-0000-0000-000000000000}"/>
          </ac:spMkLst>
        </pc:spChg>
      </pc:sldChg>
      <pc:sldChg chg="modSp">
        <pc:chgData name="Dimitar Zahariev" userId="b84e4ebc77879e88" providerId="LiveId" clId="{B6ABBE05-4777-44E4-8AFC-ACCF2D3246A3}" dt="2020-05-10T13:01:57.780" v="6" actId="113"/>
        <pc:sldMkLst>
          <pc:docMk/>
          <pc:sldMk cId="3791706400" sldId="634"/>
        </pc:sldMkLst>
        <pc:spChg chg="mod">
          <ac:chgData name="Dimitar Zahariev" userId="b84e4ebc77879e88" providerId="LiveId" clId="{B6ABBE05-4777-44E4-8AFC-ACCF2D3246A3}" dt="2020-05-10T13:01:57.780" v="6" actId="113"/>
          <ac:spMkLst>
            <pc:docMk/>
            <pc:sldMk cId="3791706400" sldId="634"/>
            <ac:spMk id="3" creationId="{00000000-0000-0000-0000-000000000000}"/>
          </ac:spMkLst>
        </pc:spChg>
      </pc:sldChg>
      <pc:sldChg chg="modAnim">
        <pc:chgData name="Dimitar Zahariev" userId="b84e4ebc77879e88" providerId="LiveId" clId="{B6ABBE05-4777-44E4-8AFC-ACCF2D3246A3}" dt="2020-05-10T13:16:32.876" v="230"/>
        <pc:sldMkLst>
          <pc:docMk/>
          <pc:sldMk cId="3282572044" sldId="672"/>
        </pc:sldMkLst>
      </pc:sldChg>
      <pc:sldChg chg="addSp delSp modSp add mod delAnim modAnim">
        <pc:chgData name="Dimitar Zahariev" userId="b84e4ebc77879e88" providerId="LiveId" clId="{B6ABBE05-4777-44E4-8AFC-ACCF2D3246A3}" dt="2020-05-10T13:10:53.688" v="220"/>
        <pc:sldMkLst>
          <pc:docMk/>
          <pc:sldMk cId="974728613" sldId="673"/>
        </pc:sldMkLst>
        <pc:spChg chg="mod">
          <ac:chgData name="Dimitar Zahariev" userId="b84e4ebc77879e88" providerId="LiveId" clId="{B6ABBE05-4777-44E4-8AFC-ACCF2D3246A3}" dt="2020-05-10T13:10:11.460" v="104" actId="5793"/>
          <ac:spMkLst>
            <pc:docMk/>
            <pc:sldMk cId="974728613" sldId="673"/>
            <ac:spMk id="4" creationId="{00000000-0000-0000-0000-000000000000}"/>
          </ac:spMkLst>
        </pc:spChg>
        <pc:spChg chg="add del mod">
          <ac:chgData name="Dimitar Zahariev" userId="b84e4ebc77879e88" providerId="LiveId" clId="{B6ABBE05-4777-44E4-8AFC-ACCF2D3246A3}" dt="2020-05-10T13:10:53.219" v="219" actId="478"/>
          <ac:spMkLst>
            <pc:docMk/>
            <pc:sldMk cId="974728613" sldId="673"/>
            <ac:spMk id="7" creationId="{EDD0DB44-C45D-45D2-AFF8-EDC686677200}"/>
          </ac:spMkLst>
        </pc:spChg>
        <pc:spChg chg="add mod">
          <ac:chgData name="Dimitar Zahariev" userId="b84e4ebc77879e88" providerId="LiveId" clId="{B6ABBE05-4777-44E4-8AFC-ACCF2D3246A3}" dt="2020-05-10T13:10:53.688" v="220"/>
          <ac:spMkLst>
            <pc:docMk/>
            <pc:sldMk cId="974728613" sldId="673"/>
            <ac:spMk id="9" creationId="{6972E5CF-CF01-4666-971F-90810412CF7C}"/>
          </ac:spMkLst>
        </pc:spChg>
      </pc:sldChg>
      <pc:sldChg chg="del">
        <pc:chgData name="Dimitar Zahariev" userId="b84e4ebc77879e88" providerId="LiveId" clId="{B6ABBE05-4777-44E4-8AFC-ACCF2D3246A3}" dt="2020-05-10T14:24:55.307" v="257" actId="47"/>
        <pc:sldMkLst>
          <pc:docMk/>
          <pc:sldMk cId="142521071" sldId="686"/>
        </pc:sldMkLst>
      </pc:sldChg>
      <pc:sldChg chg="del">
        <pc:chgData name="Dimitar Zahariev" userId="b84e4ebc77879e88" providerId="LiveId" clId="{B6ABBE05-4777-44E4-8AFC-ACCF2D3246A3}" dt="2020-05-10T13:30:03.534" v="236" actId="47"/>
        <pc:sldMkLst>
          <pc:docMk/>
          <pc:sldMk cId="1022073263" sldId="698"/>
        </pc:sldMkLst>
      </pc:sldChg>
      <pc:sldChg chg="add del">
        <pc:chgData name="Dimitar Zahariev" userId="b84e4ebc77879e88" providerId="LiveId" clId="{B6ABBE05-4777-44E4-8AFC-ACCF2D3246A3}" dt="2020-05-10T14:22:28.773" v="244"/>
        <pc:sldMkLst>
          <pc:docMk/>
          <pc:sldMk cId="2102493134" sldId="704"/>
        </pc:sldMkLst>
      </pc:sldChg>
      <pc:sldChg chg="add del">
        <pc:chgData name="Dimitar Zahariev" userId="b84e4ebc77879e88" providerId="LiveId" clId="{B6ABBE05-4777-44E4-8AFC-ACCF2D3246A3}" dt="2020-05-10T14:22:28.773" v="244"/>
        <pc:sldMkLst>
          <pc:docMk/>
          <pc:sldMk cId="1442370095" sldId="705"/>
        </pc:sldMkLst>
      </pc:sldChg>
      <pc:sldChg chg="add del">
        <pc:chgData name="Dimitar Zahariev" userId="b84e4ebc77879e88" providerId="LiveId" clId="{B6ABBE05-4777-44E4-8AFC-ACCF2D3246A3}" dt="2020-05-10T14:22:28.773" v="244"/>
        <pc:sldMkLst>
          <pc:docMk/>
          <pc:sldMk cId="1028908468" sldId="706"/>
        </pc:sldMkLst>
      </pc:sldChg>
      <pc:sldChg chg="add del">
        <pc:chgData name="Dimitar Zahariev" userId="b84e4ebc77879e88" providerId="LiveId" clId="{B6ABBE05-4777-44E4-8AFC-ACCF2D3246A3}" dt="2020-05-10T14:22:28.773" v="244"/>
        <pc:sldMkLst>
          <pc:docMk/>
          <pc:sldMk cId="3839367367" sldId="707"/>
        </pc:sldMkLst>
      </pc:sldChg>
      <pc:sldChg chg="addSp delSp modSp add del mod">
        <pc:chgData name="Dimitar Zahariev" userId="b84e4ebc77879e88" providerId="LiveId" clId="{B6ABBE05-4777-44E4-8AFC-ACCF2D3246A3}" dt="2020-05-10T14:24:41.457" v="256" actId="207"/>
        <pc:sldMkLst>
          <pc:docMk/>
          <pc:sldMk cId="2825810768" sldId="708"/>
        </pc:sldMkLst>
        <pc:spChg chg="mod">
          <ac:chgData name="Dimitar Zahariev" userId="b84e4ebc77879e88" providerId="LiveId" clId="{B6ABBE05-4777-44E4-8AFC-ACCF2D3246A3}" dt="2020-05-10T14:24:18.682" v="252"/>
          <ac:spMkLst>
            <pc:docMk/>
            <pc:sldMk cId="2825810768" sldId="708"/>
            <ac:spMk id="2" creationId="{37F91798-9AD5-4209-8887-958029548481}"/>
          </ac:spMkLst>
        </pc:spChg>
        <pc:spChg chg="mod">
          <ac:chgData name="Dimitar Zahariev" userId="b84e4ebc77879e88" providerId="LiveId" clId="{B6ABBE05-4777-44E4-8AFC-ACCF2D3246A3}" dt="2020-05-10T14:24:41.457" v="256" actId="207"/>
          <ac:spMkLst>
            <pc:docMk/>
            <pc:sldMk cId="2825810768" sldId="708"/>
            <ac:spMk id="3" creationId="{A004DC04-DA2A-41C0-8578-4B8D2F08EA7D}"/>
          </ac:spMkLst>
        </pc:spChg>
        <pc:spChg chg="add del mod">
          <ac:chgData name="Dimitar Zahariev" userId="b84e4ebc77879e88" providerId="LiveId" clId="{B6ABBE05-4777-44E4-8AFC-ACCF2D3246A3}" dt="2020-05-10T14:24:04.501" v="251" actId="478"/>
          <ac:spMkLst>
            <pc:docMk/>
            <pc:sldMk cId="2825810768" sldId="708"/>
            <ac:spMk id="5" creationId="{9803ACF9-144E-44FA-8E6D-8BF79962BCDF}"/>
          </ac:spMkLst>
        </pc:spChg>
        <pc:picChg chg="del">
          <ac:chgData name="Dimitar Zahariev" userId="b84e4ebc77879e88" providerId="LiveId" clId="{B6ABBE05-4777-44E4-8AFC-ACCF2D3246A3}" dt="2020-05-10T14:24:00.060" v="249" actId="478"/>
          <ac:picMkLst>
            <pc:docMk/>
            <pc:sldMk cId="2825810768" sldId="708"/>
            <ac:picMk id="8" creationId="{8F7CF99B-AEA3-4862-B374-39CE10CE6C9C}"/>
          </ac:picMkLst>
        </pc:picChg>
        <pc:picChg chg="add mod">
          <ac:chgData name="Dimitar Zahariev" userId="b84e4ebc77879e88" providerId="LiveId" clId="{B6ABBE05-4777-44E4-8AFC-ACCF2D3246A3}" dt="2020-05-10T14:24:01.130" v="250"/>
          <ac:picMkLst>
            <pc:docMk/>
            <pc:sldMk cId="2825810768" sldId="708"/>
            <ac:picMk id="13" creationId="{0FCA6EB7-56CD-4998-866C-FE91AB892979}"/>
          </ac:picMkLst>
        </pc:picChg>
      </pc:sldChg>
      <pc:sldChg chg="add del">
        <pc:chgData name="Dimitar Zahariev" userId="b84e4ebc77879e88" providerId="LiveId" clId="{B6ABBE05-4777-44E4-8AFC-ACCF2D3246A3}" dt="2020-05-10T14:22:36.515" v="245" actId="47"/>
        <pc:sldMkLst>
          <pc:docMk/>
          <pc:sldMk cId="477584483" sldId="752"/>
        </pc:sldMkLst>
      </pc:sldChg>
      <pc:sldChg chg="add del">
        <pc:chgData name="Dimitar Zahariev" userId="b84e4ebc77879e88" providerId="LiveId" clId="{B6ABBE05-4777-44E4-8AFC-ACCF2D3246A3}" dt="2020-05-10T14:22:36.515" v="245" actId="47"/>
        <pc:sldMkLst>
          <pc:docMk/>
          <pc:sldMk cId="502996606" sldId="753"/>
        </pc:sldMkLst>
      </pc:sldChg>
      <pc:sldChg chg="modSp">
        <pc:chgData name="Dimitar Zahariev" userId="b84e4ebc77879e88" providerId="LiveId" clId="{B6ABBE05-4777-44E4-8AFC-ACCF2D3246A3}" dt="2020-05-10T13:14:06.339" v="224" actId="207"/>
        <pc:sldMkLst>
          <pc:docMk/>
          <pc:sldMk cId="3066377719" sldId="782"/>
        </pc:sldMkLst>
        <pc:spChg chg="mod">
          <ac:chgData name="Dimitar Zahariev" userId="b84e4ebc77879e88" providerId="LiveId" clId="{B6ABBE05-4777-44E4-8AFC-ACCF2D3246A3}" dt="2020-05-10T13:14:06.339" v="224" actId="207"/>
          <ac:spMkLst>
            <pc:docMk/>
            <pc:sldMk cId="3066377719" sldId="782"/>
            <ac:spMk id="3" creationId="{CCBBA88C-C72C-46FC-B1CD-F9B946D90BB3}"/>
          </ac:spMkLst>
        </pc:spChg>
      </pc:sldChg>
      <pc:sldChg chg="addSp delSp modSp mod modAnim">
        <pc:chgData name="Dimitar Zahariev" userId="b84e4ebc77879e88" providerId="LiveId" clId="{B6ABBE05-4777-44E4-8AFC-ACCF2D3246A3}" dt="2020-05-10T13:07:28.307" v="44"/>
        <pc:sldMkLst>
          <pc:docMk/>
          <pc:sldMk cId="73451807" sldId="947"/>
        </pc:sldMkLst>
        <pc:grpChg chg="del mod">
          <ac:chgData name="Dimitar Zahariev" userId="b84e4ebc77879e88" providerId="LiveId" clId="{B6ABBE05-4777-44E4-8AFC-ACCF2D3246A3}" dt="2020-05-10T13:05:55.750" v="16" actId="478"/>
          <ac:grpSpMkLst>
            <pc:docMk/>
            <pc:sldMk cId="73451807" sldId="947"/>
            <ac:grpSpMk id="10" creationId="{82D88BCC-8726-40A8-A13C-DC020614C834}"/>
          </ac:grpSpMkLst>
        </pc:grpChg>
        <pc:grpChg chg="del mod">
          <ac:chgData name="Dimitar Zahariev" userId="b84e4ebc77879e88" providerId="LiveId" clId="{B6ABBE05-4777-44E4-8AFC-ACCF2D3246A3}" dt="2020-05-10T13:05:27.396" v="14"/>
          <ac:grpSpMkLst>
            <pc:docMk/>
            <pc:sldMk cId="73451807" sldId="947"/>
            <ac:grpSpMk id="13" creationId="{856F682E-1956-49FE-B178-4EA33DD6C660}"/>
          </ac:grpSpMkLst>
        </pc:grpChg>
        <pc:grpChg chg="del mod">
          <ac:chgData name="Dimitar Zahariev" userId="b84e4ebc77879e88" providerId="LiveId" clId="{B6ABBE05-4777-44E4-8AFC-ACCF2D3246A3}" dt="2020-05-10T13:05:54.438" v="15" actId="478"/>
          <ac:grpSpMkLst>
            <pc:docMk/>
            <pc:sldMk cId="73451807" sldId="947"/>
            <ac:grpSpMk id="15" creationId="{8ED4F41D-1757-441C-A961-8A5E49DD7F60}"/>
          </ac:grpSpMkLst>
        </pc:grpChg>
        <pc:grpChg chg="mod">
          <ac:chgData name="Dimitar Zahariev" userId="b84e4ebc77879e88" providerId="LiveId" clId="{B6ABBE05-4777-44E4-8AFC-ACCF2D3246A3}" dt="2020-05-10T13:06:07.722" v="19"/>
          <ac:grpSpMkLst>
            <pc:docMk/>
            <pc:sldMk cId="73451807" sldId="947"/>
            <ac:grpSpMk id="18" creationId="{723796F2-BBA8-4874-AF88-08B444808412}"/>
          </ac:grpSpMkLst>
        </pc:grpChg>
        <pc:grpChg chg="add del mod">
          <ac:chgData name="Dimitar Zahariev" userId="b84e4ebc77879e88" providerId="LiveId" clId="{B6ABBE05-4777-44E4-8AFC-ACCF2D3246A3}" dt="2020-05-10T13:06:27.724" v="34"/>
          <ac:grpSpMkLst>
            <pc:docMk/>
            <pc:sldMk cId="73451807" sldId="947"/>
            <ac:grpSpMk id="21" creationId="{6CC7D1B4-9FBE-4A0C-968D-FB27D2DB7327}"/>
          </ac:grpSpMkLst>
        </pc:grpChg>
        <pc:grpChg chg="mod">
          <ac:chgData name="Dimitar Zahariev" userId="b84e4ebc77879e88" providerId="LiveId" clId="{B6ABBE05-4777-44E4-8AFC-ACCF2D3246A3}" dt="2020-05-10T13:06:25.864" v="29"/>
          <ac:grpSpMkLst>
            <pc:docMk/>
            <pc:sldMk cId="73451807" sldId="947"/>
            <ac:grpSpMk id="26" creationId="{78B518E6-F049-4589-A031-5F9AB6D628D0}"/>
          </ac:grpSpMkLst>
        </pc:grpChg>
        <pc:grpChg chg="mod">
          <ac:chgData name="Dimitar Zahariev" userId="b84e4ebc77879e88" providerId="LiveId" clId="{B6ABBE05-4777-44E4-8AFC-ACCF2D3246A3}" dt="2020-05-10T13:06:45.655" v="42"/>
          <ac:grpSpMkLst>
            <pc:docMk/>
            <pc:sldMk cId="73451807" sldId="947"/>
            <ac:grpSpMk id="33" creationId="{F7A9D01C-1D30-4C24-AC2F-68C006BBEC98}"/>
          </ac:grpSpMkLst>
        </pc:grpChg>
        <pc:inkChg chg="add mod">
          <ac:chgData name="Dimitar Zahariev" userId="b84e4ebc77879e88" providerId="LiveId" clId="{B6ABBE05-4777-44E4-8AFC-ACCF2D3246A3}" dt="2020-05-10T13:05:16.184" v="9"/>
          <ac:inkMkLst>
            <pc:docMk/>
            <pc:sldMk cId="73451807" sldId="947"/>
            <ac:inkMk id="5" creationId="{EE18CF7C-2BA2-4092-8873-F5F5EAE752D9}"/>
          </ac:inkMkLst>
        </pc:inkChg>
        <pc:inkChg chg="add mod">
          <ac:chgData name="Dimitar Zahariev" userId="b84e4ebc77879e88" providerId="LiveId" clId="{B6ABBE05-4777-44E4-8AFC-ACCF2D3246A3}" dt="2020-05-10T13:05:16.184" v="9"/>
          <ac:inkMkLst>
            <pc:docMk/>
            <pc:sldMk cId="73451807" sldId="947"/>
            <ac:inkMk id="9" creationId="{25DE8C2B-6C26-43E9-BB20-4E0830D32EB0}"/>
          </ac:inkMkLst>
        </pc:inkChg>
        <pc:inkChg chg="add mod">
          <ac:chgData name="Dimitar Zahariev" userId="b84e4ebc77879e88" providerId="LiveId" clId="{B6ABBE05-4777-44E4-8AFC-ACCF2D3246A3}" dt="2020-05-10T13:05:27.396" v="14"/>
          <ac:inkMkLst>
            <pc:docMk/>
            <pc:sldMk cId="73451807" sldId="947"/>
            <ac:inkMk id="11" creationId="{BF7F3218-7161-423F-B28B-62541AC1C3B0}"/>
          </ac:inkMkLst>
        </pc:inkChg>
        <pc:inkChg chg="add mod">
          <ac:chgData name="Dimitar Zahariev" userId="b84e4ebc77879e88" providerId="LiveId" clId="{B6ABBE05-4777-44E4-8AFC-ACCF2D3246A3}" dt="2020-05-10T13:05:27.396" v="14"/>
          <ac:inkMkLst>
            <pc:docMk/>
            <pc:sldMk cId="73451807" sldId="947"/>
            <ac:inkMk id="12" creationId="{B5EB262E-1FC6-4B0F-BFD1-947569FA83B4}"/>
          </ac:inkMkLst>
        </pc:inkChg>
        <pc:inkChg chg="add mod">
          <ac:chgData name="Dimitar Zahariev" userId="b84e4ebc77879e88" providerId="LiveId" clId="{B6ABBE05-4777-44E4-8AFC-ACCF2D3246A3}" dt="2020-05-10T13:05:27.396" v="14"/>
          <ac:inkMkLst>
            <pc:docMk/>
            <pc:sldMk cId="73451807" sldId="947"/>
            <ac:inkMk id="14" creationId="{E5F547A5-9088-4504-8E64-C125CC9E4F25}"/>
          </ac:inkMkLst>
        </pc:inkChg>
        <pc:inkChg chg="add mod">
          <ac:chgData name="Dimitar Zahariev" userId="b84e4ebc77879e88" providerId="LiveId" clId="{B6ABBE05-4777-44E4-8AFC-ACCF2D3246A3}" dt="2020-05-10T13:06:07.722" v="19"/>
          <ac:inkMkLst>
            <pc:docMk/>
            <pc:sldMk cId="73451807" sldId="947"/>
            <ac:inkMk id="16" creationId="{48960862-810D-46BE-AA41-AF519BA0D757}"/>
          </ac:inkMkLst>
        </pc:inkChg>
        <pc:inkChg chg="add mod">
          <ac:chgData name="Dimitar Zahariev" userId="b84e4ebc77879e88" providerId="LiveId" clId="{B6ABBE05-4777-44E4-8AFC-ACCF2D3246A3}" dt="2020-05-10T13:06:07.722" v="19"/>
          <ac:inkMkLst>
            <pc:docMk/>
            <pc:sldMk cId="73451807" sldId="947"/>
            <ac:inkMk id="17" creationId="{93EC2C54-D483-45FF-B3B5-BA0C3EB7DB56}"/>
          </ac:inkMkLst>
        </pc:inkChg>
        <pc:inkChg chg="add del mod">
          <ac:chgData name="Dimitar Zahariev" userId="b84e4ebc77879e88" providerId="LiveId" clId="{B6ABBE05-4777-44E4-8AFC-ACCF2D3246A3}" dt="2020-05-10T13:06:28.134" v="35" actId="9405"/>
          <ac:inkMkLst>
            <pc:docMk/>
            <pc:sldMk cId="73451807" sldId="947"/>
            <ac:inkMk id="19" creationId="{7F47F1DD-2578-4402-AF00-1AF8F58500E7}"/>
          </ac:inkMkLst>
        </pc:inkChg>
        <pc:inkChg chg="add del mod">
          <ac:chgData name="Dimitar Zahariev" userId="b84e4ebc77879e88" providerId="LiveId" clId="{B6ABBE05-4777-44E4-8AFC-ACCF2D3246A3}" dt="2020-05-10T13:06:27.724" v="34"/>
          <ac:inkMkLst>
            <pc:docMk/>
            <pc:sldMk cId="73451807" sldId="947"/>
            <ac:inkMk id="20" creationId="{91DAE2D3-7D66-4DFB-95EB-B05D274D238D}"/>
          </ac:inkMkLst>
        </pc:inkChg>
        <pc:inkChg chg="add del mod">
          <ac:chgData name="Dimitar Zahariev" userId="b84e4ebc77879e88" providerId="LiveId" clId="{B6ABBE05-4777-44E4-8AFC-ACCF2D3246A3}" dt="2020-05-10T13:06:27.310" v="32" actId="9405"/>
          <ac:inkMkLst>
            <pc:docMk/>
            <pc:sldMk cId="73451807" sldId="947"/>
            <ac:inkMk id="22" creationId="{D9065581-A258-4427-8104-374C88BA5778}"/>
          </ac:inkMkLst>
        </pc:inkChg>
        <pc:inkChg chg="add del mod">
          <ac:chgData name="Dimitar Zahariev" userId="b84e4ebc77879e88" providerId="LiveId" clId="{B6ABBE05-4777-44E4-8AFC-ACCF2D3246A3}" dt="2020-05-10T13:06:26.904" v="31" actId="9405"/>
          <ac:inkMkLst>
            <pc:docMk/>
            <pc:sldMk cId="73451807" sldId="947"/>
            <ac:inkMk id="23" creationId="{745EC772-E81D-42A2-8BD8-CBBD55B39368}"/>
          </ac:inkMkLst>
        </pc:inkChg>
        <pc:inkChg chg="add del mod">
          <ac:chgData name="Dimitar Zahariev" userId="b84e4ebc77879e88" providerId="LiveId" clId="{B6ABBE05-4777-44E4-8AFC-ACCF2D3246A3}" dt="2020-05-10T13:06:26.451" v="30" actId="9405"/>
          <ac:inkMkLst>
            <pc:docMk/>
            <pc:sldMk cId="73451807" sldId="947"/>
            <ac:inkMk id="24" creationId="{D6F2EA3C-D63E-4AC0-BDEF-259208A8D88B}"/>
          </ac:inkMkLst>
        </pc:inkChg>
        <pc:inkChg chg="add del mod">
          <ac:chgData name="Dimitar Zahariev" userId="b84e4ebc77879e88" providerId="LiveId" clId="{B6ABBE05-4777-44E4-8AFC-ACCF2D3246A3}" dt="2020-05-10T13:06:25.864" v="29"/>
          <ac:inkMkLst>
            <pc:docMk/>
            <pc:sldMk cId="73451807" sldId="947"/>
            <ac:inkMk id="25" creationId="{0DD7443C-97FE-48F5-898E-99C8AEB62783}"/>
          </ac:inkMkLst>
        </pc:inkChg>
        <pc:inkChg chg="add mod">
          <ac:chgData name="Dimitar Zahariev" userId="b84e4ebc77879e88" providerId="LiveId" clId="{B6ABBE05-4777-44E4-8AFC-ACCF2D3246A3}" dt="2020-05-10T13:06:45.655" v="42"/>
          <ac:inkMkLst>
            <pc:docMk/>
            <pc:sldMk cId="73451807" sldId="947"/>
            <ac:inkMk id="27" creationId="{C0AF90FE-74EC-48C4-92FE-60A0A4021F9B}"/>
          </ac:inkMkLst>
        </pc:inkChg>
        <pc:inkChg chg="add mod">
          <ac:chgData name="Dimitar Zahariev" userId="b84e4ebc77879e88" providerId="LiveId" clId="{B6ABBE05-4777-44E4-8AFC-ACCF2D3246A3}" dt="2020-05-10T13:06:45.655" v="42"/>
          <ac:inkMkLst>
            <pc:docMk/>
            <pc:sldMk cId="73451807" sldId="947"/>
            <ac:inkMk id="28" creationId="{D84F8441-11AE-4484-BC2E-9ED46DC7CFAC}"/>
          </ac:inkMkLst>
        </pc:inkChg>
        <pc:inkChg chg="add mod">
          <ac:chgData name="Dimitar Zahariev" userId="b84e4ebc77879e88" providerId="LiveId" clId="{B6ABBE05-4777-44E4-8AFC-ACCF2D3246A3}" dt="2020-05-10T13:06:45.655" v="42"/>
          <ac:inkMkLst>
            <pc:docMk/>
            <pc:sldMk cId="73451807" sldId="947"/>
            <ac:inkMk id="29" creationId="{95255C2D-5BF8-44DA-B784-4CB664220777}"/>
          </ac:inkMkLst>
        </pc:inkChg>
        <pc:inkChg chg="add mod">
          <ac:chgData name="Dimitar Zahariev" userId="b84e4ebc77879e88" providerId="LiveId" clId="{B6ABBE05-4777-44E4-8AFC-ACCF2D3246A3}" dt="2020-05-10T13:06:45.655" v="42"/>
          <ac:inkMkLst>
            <pc:docMk/>
            <pc:sldMk cId="73451807" sldId="947"/>
            <ac:inkMk id="30" creationId="{71AFDCF6-1999-4416-8D95-22CAB27783CF}"/>
          </ac:inkMkLst>
        </pc:inkChg>
        <pc:inkChg chg="add mod">
          <ac:chgData name="Dimitar Zahariev" userId="b84e4ebc77879e88" providerId="LiveId" clId="{B6ABBE05-4777-44E4-8AFC-ACCF2D3246A3}" dt="2020-05-10T13:06:45.655" v="42"/>
          <ac:inkMkLst>
            <pc:docMk/>
            <pc:sldMk cId="73451807" sldId="947"/>
            <ac:inkMk id="31" creationId="{14CAA6E5-7C73-4C2C-8A98-B429C79C1F69}"/>
          </ac:inkMkLst>
        </pc:inkChg>
        <pc:inkChg chg="add mod">
          <ac:chgData name="Dimitar Zahariev" userId="b84e4ebc77879e88" providerId="LiveId" clId="{B6ABBE05-4777-44E4-8AFC-ACCF2D3246A3}" dt="2020-05-10T13:06:45.655" v="42"/>
          <ac:inkMkLst>
            <pc:docMk/>
            <pc:sldMk cId="73451807" sldId="947"/>
            <ac:inkMk id="32" creationId="{ECB8C65B-9C2B-4162-9F81-3F7357E9BF72}"/>
          </ac:inkMkLst>
        </pc:inkChg>
      </pc:sldChg>
      <pc:sldChg chg="addSp modSp add mod modAnim">
        <pc:chgData name="Dimitar Zahariev" userId="b84e4ebc77879e88" providerId="LiveId" clId="{B6ABBE05-4777-44E4-8AFC-ACCF2D3246A3}" dt="2020-05-10T13:10:46.011" v="218" actId="1076"/>
        <pc:sldMkLst>
          <pc:docMk/>
          <pc:sldMk cId="175929115" sldId="955"/>
        </pc:sldMkLst>
        <pc:spChg chg="mod">
          <ac:chgData name="Dimitar Zahariev" userId="b84e4ebc77879e88" providerId="LiveId" clId="{B6ABBE05-4777-44E4-8AFC-ACCF2D3246A3}" dt="2020-05-10T13:09:36.498" v="49" actId="5793"/>
          <ac:spMkLst>
            <pc:docMk/>
            <pc:sldMk cId="175929115" sldId="955"/>
            <ac:spMk id="4" creationId="{00000000-0000-0000-0000-000000000000}"/>
          </ac:spMkLst>
        </pc:spChg>
        <pc:spChg chg="add mod">
          <ac:chgData name="Dimitar Zahariev" userId="b84e4ebc77879e88" providerId="LiveId" clId="{B6ABBE05-4777-44E4-8AFC-ACCF2D3246A3}" dt="2020-05-10T13:10:46.011" v="218" actId="1076"/>
          <ac:spMkLst>
            <pc:docMk/>
            <pc:sldMk cId="175929115" sldId="955"/>
            <ac:spMk id="7" creationId="{5EA1DA32-ECB5-441A-8C53-9D6F4B263908}"/>
          </ac:spMkLst>
        </pc:spChg>
      </pc:sldChg>
      <pc:sldChg chg="add del">
        <pc:chgData name="Dimitar Zahariev" userId="b84e4ebc77879e88" providerId="LiveId" clId="{B6ABBE05-4777-44E4-8AFC-ACCF2D3246A3}" dt="2020-05-10T14:22:36.515" v="245" actId="47"/>
        <pc:sldMkLst>
          <pc:docMk/>
          <pc:sldMk cId="1400896736" sldId="956"/>
        </pc:sldMkLst>
      </pc:sldChg>
      <pc:sldChg chg="add del">
        <pc:chgData name="Dimitar Zahariev" userId="b84e4ebc77879e88" providerId="LiveId" clId="{B6ABBE05-4777-44E4-8AFC-ACCF2D3246A3}" dt="2020-05-10T14:22:36.515" v="245" actId="47"/>
        <pc:sldMkLst>
          <pc:docMk/>
          <pc:sldMk cId="2309470492" sldId="957"/>
        </pc:sldMkLst>
      </pc:sldChg>
      <pc:sldChg chg="add ord">
        <pc:chgData name="Dimitar Zahariev" userId="b84e4ebc77879e88" providerId="LiveId" clId="{B6ABBE05-4777-44E4-8AFC-ACCF2D3246A3}" dt="2020-05-10T14:21:31.063" v="239" actId="20578"/>
        <pc:sldMkLst>
          <pc:docMk/>
          <pc:sldMk cId="1055272636" sldId="95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5/11/2020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0T13:06:05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1570 244 737,'0'-33'4265,"0"30"-2973,0 3 171,0 0 330,0 0 279,-3 0 282,-5-1 346,7 1-1956,1 0-1,-1-1 1,0 1 0,0 0-1,0-1 1,1 1 0,-1-1-1,0 1 1,0-1 0,1 0-1,-1 1 1,1-1-1,-1 0 1,1 1 0,-1-1-1,1 0 1,-1 0 0,0 0-744,-2-6 1317,0-2-3378,0 0 2025,0 0 1,-2 0-1,1 0 0,-1 0 0,0 1 0,0-1 0,-1 2 0,-1-1 0,1 0 0,-1 1 0,0 0 0,-1 1 1,0 0-1,-4-3 36,1 2-67,-1 0 0,0 0 1,-1 1-1,0 1 0,0 0 1,0 0-1,0 2 1,-1 0-1,0 0 0,-2 1 67,-41-3 40,1 3 0,0 3 0,-1 2 0,1 2 0,0 3 1,-8 4-41,9 1-429,0 3 0,1 1 0,1 3 0,-49 26 429,3 7-907,2 4 1,1 4 906,65-40-16,1 1 0,1 1 0,1 1 0,1 2 0,-15 19 16,31-31-33,0 0 0,1 0 0,1 1 0,0 0 0,1 1 1,1-1-1,0 2 0,1-1 0,1 1 0,1 0 0,0 0 1,1 0-1,1 1 33,-5 117-171,6 3 171,4-95-93,2 0 0,3-1 0,0 1 0,3-2 0,5 9 93,3 19-133,-9-31 85,1-1-1,2-1 1,15 28 48,-21-50-31,0-1 0,1 0 0,1 0 0,0-1 0,1 0 0,0-1 0,1 0 0,0 0 0,0-1 0,2-1 0,-1 0 31,45 30-70,-13-8 105,1-2 1,21 8-36,-51-29 28,1-2 1,0 1-1,0-2 0,0 0 1,1-1-1,0 0 1,-1-2-1,1 0 0,12 0-28,-1-4 59,0 0 0,-1-2 0,1-1-1,-1-1 1,0-2 0,0 0-1,16-9-58,11-7 38,-1-2-1,-1-2 1,5-7-38,-21 12 58,-1-1 1,-1-2 0,-2-1-1,0-1 1,-2-2 0,-1-1 0,-2-2-1,-1 0 1,11-20-59,37-71 71,31-75-71,-72 126-25,-2-1-1,-5-2 1,11-48 25,-30 86-24,-2 0-1,-2 0 1,-1 0 0,-2-21 24,0 43 1,-1 5-17,1 0 0,-2 0 1,1 0-1,-2 0 0,1 0 1,-1 1-1,-1-1 0,-1-2 16,-9-16-69,-2 0-1,-4-6 70,-5-6-323,-7-22 323,30 59-64,-4-1 86,6 5-15,0-1 0,0 1-1,0 0 1,0-1 0,-1 1 0,1 0-1,0-1 1,0 1 0,0 0 0,-1-1 0,1 1-1,0 0 1,0 0 0,-1-1 0,1 1-1,0 0 1,-1 0 0,1 0 0,0-1 0,-1 1-1,1 0 1,0 0 0,-1 0 0,1 0-1,0 0 1,-1 0 0,1 0 0,-1 0-1,1 0 1,0 0 0,-1 0 0,1 0 0,0 0-1,-1 0 1,1 0 0,-1 0 0,1 0-7,-17 6 293,17-6-111,-3 3-49,-9 8-133,9-9-48,3-2-64,0 0-16,0 0-176,0 0-913,0 0-1250,2 5-1227,1 3 2320,8 23-10726,-10-28 9009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0T13:06:07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2545 3235,'-1'-2'366,"-1"-1"-1,1 0 1,1 0-1,-1 1 1,0-1-1,1 0 1,-1 0-1,1 0 1,0 0-1,0 0 1,0 0 0,0 1-1,0-1 1,1 0-1,0 0 1,-1 0-1,1 0 1,0 1-1,0-1-365,1 0 2061,-2 3 74,0 0-42,0 0-150,0 0-229,0 0-321,0 0-411,0 0-421,0 0-257,0 0-224,2-2-53,27-33-225,-18 19-43,-3 4 156,0 1 0,1-1 0,0 2-1,0-1 1,7-4 85,31-25-152,1 2-1,40-24 153,113-58 7,-127 77-24,926-501 186,31 50 196,-668 333-96,6 17-1,7 15 1,113-12-269,381-34 358,-847 172-3,0 1 0,17 1-355,-36 1 411,-4 0 5,0 0-15,-5-2-81,-63-39-245,62 37-161,-29-22 49,-1 2 0,-10-5 37,32 22 95,0 1-1,0 0 1,0 0-1,-1 2 1,0 0-1,0 1 0,-14-2-94,-69 1-347,95 4 187,-10-2-1105,159-29 993,1 7 0,2 5-1,25 6 273,-154 12 24,-2-1 69,-1 1-1,0 0 0,1 2 1,-1 0-1,0 0 1,0 2-1,0 0 1,6 3-93,-21-5 10,0-1 1,0 1 0,0 0 0,0 0 0,-1 0-1,1 0 1,0 0 0,-1 1 0,1-1-1,0 1 1,-1-1 0,0 1 0,1-1 0,-1 1-1,0 0 1,0-1 0,0 1 0,0 0 0,0 0-1,0 0 1,-1 0 0,1 0 0,-1 0-1,1 0 1,-1 0 0,0 0 0,1 0 0,-1 0-1,0 0 1,-1 0 0,1 0 0,0 0-1,0 0 1,-1 0 0,0 0 0,1 0 0,-1 0-1,0 0 1,0 0-11,-3 9 2,-2-1 0,1 0 0,-1 0 0,0 0 0,-1-1 0,-7 8-2,-23 24-86,-2-2 0,-2-1 0,-2-2-1,-1-2 1,-4 0 86,-41 24-324,-2-5 1,-22 6 323,103-53 1,0-1 0,-1 0 0,1-1 0,-1 0 1,0-1-1,0 0 0,0 0 0,-1-1 0,1-1-1,11-1 1,0 0 0,-1 0 0,1 0 0,0 0 0,0 0 0,0 0 0,0 0 0,-1 0 0,1 0 0,0 0 0,0 0 0,0 0 0,0 0 0,-1 0 0,1 0 0,0 0 0,0 0 0,0 0 0,0-1 0,-1 1 0,1 0 0,0 0 0,0 0 0,0 0 0,0 0 0,0 0 0,0-1 0,0 1 0,-1 0 0,1 0-1,0 0 1,0 0 0,0 0 0,0-1 0,0 1 0,0 0 0,0 0 0,0 0 0,0 0 0,0-1 0,0 1 0,0 0 0,0 0 0,0 0-1,-10-34 176,11 24-144,-1 1 0,-3-14 3,-2 1 0,-1-1-1,0 1 1,-2 0 0,0 0 0,-2 1-1,0 0 1,-3-1-35,1 0 11,2 9-20,-1 3-25,-21-11-78,29 20 32,3 1 16,-6 7 23,6-7 43,0 0 0,-1 0 0,1 0-1,-1 1 1,1-1 0,0 0-1,-1 0 1,1 0 0,0 1 0,-1-1-1,1 0 1,0 1 0,-1-1-1,1 0 1,0 1 0,0-1 0,-1 0-1,1 1 1,0-1 0,0 1-1,0-1 1,0 0 0,-1 1 0,1-1-1,0 1 1,0-1 0,0 0-1,0 1 1,0-1 0,0 1 0,0-1-1,0 1 1,0-1 0,0 0-1,1 1 1,-1-1 0,0 1 0,0-1-1,0 0-1,6 12 37,1-1 0,0 0-1,1-1 1,0 0 0,1 0 0,-1-1-1,2 0 1,3 3-37,60 60-80,-56-52 160,-15-17-43,-2-3 38,0 0-27,0 0-5,0 0-337,0 0-1462,-34 6-13264,19-4 12295,-7 3-2448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0T13:06:38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602 156 6951,'1'-13'3592,"-2"0"1,0 1 0,0-1 0,-2-4-3593,-7-9 4655,-8-2-3438,16 25-1229,-1 0 0,0 0 0,0 1 0,0-1 0,-1 1 0,1-1 0,-1 1 0,1 0 0,-1 0 0,0 1 1,0-1-1,1 1 0,-1 0 0,0 0 0,0 0 0,0 0 0,-1 1 0,-2 0 12,-3-1-162,-1 2 1,1-1-1,0 1 0,-1 1 0,1 0 1,-3 1 161,-8 4-151,2 0 0,-1 1 1,1 1-1,0 1 1,1 0-1,0 2 0,0 0 1,2 1-1,-1 1 0,2 0 1,0 1-1,0 0 1,2 2-1,-4 5 151,16-21 11,0 1-1,0-1 1,0 1 0,0-1-1,0 1 1,0-1 0,0 1-1,1-1 1,-1 1 0,1 0-1,-1 0 1,1-1 0,-1 1-1,1 0 1,0 0-11,0-1 18,1 0 0,-1 1 0,0-1 1,1 0-1,-1 0 0,1 1 0,-1-1 0,1 0 0,0 0 0,-1 0 0,1 0 0,0 0 0,0 0 1,0 0-1,0 0 0,-1 0 0,2-1 0,-1 1 0,0 0 0,0 0 0,0-1 0,0 1 1,0-1-19,32 13 219,-26-10-225,5 2-19,0 0 1,0 1-1,0 1 1,-1 0-1,0 1 1,0 0-1,-1 0 1,0 1-1,1 3 25,19 20-109,-2 2-1,3 6 110,4 6-8,-15-23-25,-7-8-9,0 1-1,-1 0 1,1 3 42,-11-15-21,0-1 1,0 1-1,0-1 0,0 1 0,-1 0 0,1 0 1,-1 0-1,0 0 0,0 0 0,-1 0 1,1 0-1,-1 0 0,0 0 0,0 0 1,0 0-1,0 0 0,-1 2 21,-1-2-11,0 0 0,0 0-1,0-1 1,0 1 0,-1 0 0,0-1 0,1 0-1,-1 0 1,0 0 0,-1 0 0,1 0-1,0-1 1,-1 1 0,0-1 0,1 0 0,-1 0-1,0 0 1,-2 0 11,-12 5-45,-1 0 1,0-1-1,-6 0 45,-10 1 120,0-3-1,0-1 1,0-1 0,-29-3-120,22 1 188,29-1-62,1 0 1,-1-1-1,1 0 0,-1-1 1,1 0-1,0-1 0,0 0 1,0-1-1,-5-4-126,12 7 171,0-4 218,-3-3-1261,8 6-3676,1 2-3569,14-2 3478,-11 2 37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0T13:06:40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468 235 9993,'22'-10'4848,"-22"10"-4733,1 0 0,-1 0 1,0 0-1,0 0 1,0 0-1,1 0 0,-1 0 1,0-1-1,0 1 1,0 0-1,1 0 0,-1 0 1,0 0-1,0 0 1,0 0-1,0-1 0,1 1 1,-1 0-1,0 0 1,0 0-1,0-1 0,0 1 1,0 0-1,0 0 0,1 0 1,-1-1-1,0 1 1,0 0-1,0 0 0,0 0 1,0-1-1,0 1 1,0 0-1,0 0 0,0-1 1,0 1-1,0 0 1,0 0-1,0-1-115,-1-3 817,1 0 1,-1-1-1,0 1 0,0 0 1,0 0-1,-1 0 1,1 0-1,-2-1-817,-10-21 1250,12 24-1243,0 0 0,0 0 0,-1 0 0,1 1-1,-1-1 1,1 0 0,-1 1 0,1-1 0,-1 1 0,0 0 0,0-1 0,0 1 0,0 0-7,-6-4 0,4 1-16,0 1-1,-1 0 0,0 0 0,0 0 0,0 1 0,0 0 1,0-1-1,0 2 0,-1-1 0,1 1 0,-4-1 17,-5 0-149,-1 1-1,0 1 0,-8 0 150,-2 1-321,18 0 219,0 0 0,0 0 0,-1 0 0,1 1 0,0 0 0,0 1 0,1 0 0,-1 0-1,0 0 1,1 1 0,0 0 0,0 0 0,0 1 0,1-1 0,-1 1 0,1 0 0,0 1 0,0-1 0,-3 7 102,-10 14-196,1 0 0,1 1 0,1 1 0,1 1 196,-7 17-127,-13 37 127,29-68 12,0 0-1,1 1 0,1-1 0,1 1 1,0 0-1,1 0 0,0 12-11,1-26 23,0 0-1,0 0 0,0 0 1,1 0-1,-1 1 0,1-1 1,-1 0-1,1 0 1,0 0-1,-1 0 0,1 0 1,0 0-1,0 0 0,1 0 1,-1-1-1,0 1 1,1 0-1,-1-1 0,1 1 1,0 0-23,-1-1 28,1-1 0,0 1 0,-1 0 0,1-1 0,0 1 0,0-1 0,0 1 0,0-1 0,-1 0 0,1 0 0,0 0 0,0 0 0,0 0 0,0 0 0,0 0 0,-1-1 0,1 1 0,1-1-28,6-3 95,0 1 0,0-1 0,0-1 1,-1 0-1,0 0 0,0-1 1,0 0-1,-1 0-95,37-35 193,-3-3 0,-1-1 1,19-30-194,40-46-276,-96 118 57,-3 2 202,0 0-1,1 1 0,-1-1 1,0 1-1,0-1 1,1 1-1,-1 0 0,1-1 1,-1 1-1,0-1 0,1 1 1,-1-1-1,1 1 1,-1 0-1,1 0 0,-1-1 1,1 1-1,-1 0 0,1-1 1,-1 1-1,1 0 1,-1 0-1,1 0 18,3-3-358,-4 17 300,1 0-1,0 0 1,1 0 0,0 0-1,1 0 1,1-1 0,0 1-1,1-1 1,1 0 0,0 0-1,0-1 1,1 0 0,6 8 58,-9-15 53,0 1 0,1-1 1,0 0-1,0 0 0,0 0 1,1-1-1,0 0 0,0 0 1,0 0-1,0-1 0,0 0 0,1 0 1,-1 0-1,2-1-53,-2-1 48,0 0 0,0 0-1,-1-1 1,1 0 0,0 0 0,0 0 0,0-1-1,-1 0 1,1 0 0,0 0 0,-1-1 0,1 0-1,-1 0 1,1 0 0,-1-1 0,0 1 0,2-3-48,8-4 83,-1-2 0,0 1 0,-1-2 1,0 0-1,-1-1 0,0 0 0,8-12-83,13-23 89,19-37-89,1-1-511,-51 84 217,-2 2-31,2 4 52,2 6 186,0 1 0,-1-1-1,-1 1 1,0 0 0,0 0-1,-1 0 1,0 0 0,-1 5 87,6 46-54,-4-53 75,2 18 63,1-1 1,2 1-1,0-1 0,2 0 1,11 21-85,-19-44 224,2-2 64,-3 0-269,0-1-1,1 0 0,-1 0 1,1 0-1,-1 1 0,0-1 1,1 0-1,-1 0 0,1 0 1,-1 0-1,0 0 1,1 0-1,-1 0 0,1 0 1,-1 0-1,0 0 0,1 0 1,-1 0-1,1 0 1,-1 0-1,0 0 0,1 0 1,-1 0-1,1 0 0,-1-1 1,0 1-1,1 0 1,-1 0-1,0 0 0,1-1 1,-1 1-1,0 0 0,1 0 1,-1-1-1,1 1-18,3-19 398,-2-4-408,2 1 0,0-1-1,2 1 1,1 0 0,0 0 0,1 1-1,2 0 1,0 1 0,1-1 0,1 2 0,1 0-1,6-6 11,0 11-338,-15 11 255,-3 3 63,0 0 1,0 0 0,0 0-1,-1 0 1,1 0 0,0 0 0,0 0-1,0 0 1,0 0 0,-1 0-1,1 0 1,0 0 0,0 0-1,0 1 1,-1-1 0,1 0 0,0 1-1,0-1 1,-1 1 0,1-1-1,0 1 1,-1-1 0,1 1-1,0-1 1,-1 1 0,1 0 19,0 0-21,1 0 0,-1 0 1,0 0-1,1 0 0,-1 0 0,0 0 0,0 0 1,0 1-1,0-1 0,0 0 0,0 1 1,-1-1-1,1 1 0,0-1 0,-1 1 1,1 0-1,0 0 21,1 4-64,2 4-23,0 0-1,-1 0 1,0 0-1,0 0 1,-1 0-1,-1 1 1,1 9 87,9 38 111,0-37 257,-10-20-344,-1-1 0,1 1 0,0-1 0,-1 0 0,1 1 0,0-1 0,0 1-1,-1-1 1,1 0 0,0 0 0,0 0 0,0 1 0,-1-1 0,1 0 0,0 0 0,0 0 0,0 0 0,0 0 0,-1 0 0,1 0 0,0-1 0,0 1 0,0 0 0,-1 0-1,1-1 1,0 1 0,0 0 0,-1-1 0,1 1-24,21-11 289,-22 11-284,14-9 88,-1 0 1,0-1-1,-1-1 1,0 0-1,-1-1 1,0 0-1,1-2-93,45-47-179,-40 46 13,-13 11-74,-4 4-16,1 1 226,1 0-1,-1 0 1,0 0 0,0 1 0,0-1 0,0 0 0,0 1-1,0-1 1,0 0 0,0 1 0,0-1 0,0 1 0,-1 0 0,1-1-1,-1 1 1,1-1 0,-1 1 0,0 0 0,0 0 0,1 0 30,-1 2-65,8 21 53,1 0-1,1 0 1,2-1 0,0 0-1,1-1 1,8 10 12,-19-31 31,-1 1 0,1-1 0,0 1 0,0-1 0,1 0 0,-1 0 0,0 0 0,1 0 0,-1 0 0,1 0 1,0 0-1,-1-1 0,1 0 0,0 1 0,0-1 0,0 0 0,0-1 0,0 1 0,0 0 0,0-1 0,0 0 0,1 1 0,-1-1 1,0-1-1,0 1 0,0 0 0,0-1 0,1 0-31,13-6 93,-1-1 0,0-1-1,-1-1 1,0 0 0,0-1 0,-1-1 0,-1 0 0,0-1 0,-1 0-1,0-1 1,5-9-93,2-3 70,-1 0 0,-1-2 0,-2 0 0,-1-1 0,-1-1 0,3-10-70,-14 28-36,1 1 0,-1-1 0,-1 0 0,0 1 0,-1-1 0,0-3 36,0 11-24,0 3 7,0 0 0,0 1-1,0-1 1,0 0 0,0 0 0,0 0 0,0 1 0,0-1-1,-1 0 1,1 0 0,0 1 0,0-1 0,-1 0 0,1 0-1,-1 1 1,1-1 0,0 0 0,-1 1 0,1-1 0,-1 1-1,0-1 1,1 0 0,-1 1 0,1-1 0,-1 1 0,0 0-1,1-1 1,-1 1 0,0-1 0,0 1 0,1 0 0,-1 0-1,0-1 1,0 1 0,1 0 0,-1 0 0,0 0 0,0 0-1,0 0 1,1 0 0,-1 0 0,0 0 0,0 0 0,0 0-1,1 1 1,-1-1 0,0 0 0,0 0 0,0 1 17,-3 0-84,0 0-1,1 1 1,-1-1 0,0 1 0,0 0-1,1 0 1,-3 3 84,1 0-58,0 0 0,1 1-1,0-1 1,0 1 0,0 0-1,1 0 1,0 1 0,0-1-1,0 1 1,1-1-1,0 1 1,-1 4 58,-1 10-53,1-1 0,0 1 0,1 11 53,0 9 7,2 0 1,3 6-8,-3-37 57,1 0 0,1 0 0,0-1-1,0 1 1,1 0 0,0-1 0,0 0 0,1 0 0,1 0 0,-1 0-1,4 4-56,-6-11 27,-1-1-1,1 1 1,-1-1-1,1 1 1,0-1-1,-1 1 1,1-1-1,0 0 1,0 0-1,0 0 1,0 0-1,0 0 1,0-1-1,0 1 0,2 0-26,1 1 73,-1-1-19,0-1-1,0 1 1,0 0-1,0-1 1,0 0-1,0 0 1,0 0-1,0 0 1,-1-1-1,1 1 0,0-1 1,0 0-1,0 0-53,49-20 238,-40 15-434,61-32-5436,-64 32 4039,0-1-1,0 0 0,-1 0 0,0-1 0,0-1 0,-1 1 0,0-2 1,0 1-1,-1-1 1594,10-13-4837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0T13:06:41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518 147 13293,'-3'-8'2043,"-2"1"1,1-1-1,-1 1 1,0 0-1,-1 0 1,-5-5-2044,5 6 324,0 0 1,0 1-1,-1 0 0,0 0 0,0 1 0,0 0 1,-7-3-325,6 4-102,0 0 1,-1 1-1,1-1 1,-1 1-1,0 1 1,0 0-1,0 0 1,1 1-1,-1 0 1,0 1-1,0-1 1,-7 3 101,2 0-178,1 1 1,-1 0-1,1 1 0,1 1 1,-1 0-1,1 0 0,0 1 1,-1 2 177,-5 3-103,2 1-1,0 0 1,1 1 0,0 1 0,1 0 0,1 1-1,0 1 1,1 0 0,1 1 0,0 0-1,1 2 104,6-11 47,1-1-1,0 1 0,1 0 0,0 0 1,0 0-1,1 0 0,0 0 1,1 0-1,0 0 0,0 0 0,1 0 1,0 1-47,5-3 293,-2-5-239,-1-1-1,1 1 0,0-1 1,0 0-1,0 0 1,0 0-1,0 0 0,0-1 1,0 0-1,0 1 0,0-2 1,0 1-1,0 0 1,0-1-1,0 0 0,0 0 1,0 0-1,-1 0 1,1 0-1,0-1 0,-1 0 1,4-2-54,14-7 167,-1-1 0,-1-1 0,0-1 0,0-1 1,4-6-168,83-85 262,-92 91-250,-7 8-9,3-3-317,0-1-1,-1 1 1,0-1 0,1-4 314,-14 29-148,1 0 1,0 0 0,1 0 0,1 1 0,0-1 0,1 1 0,1 9 147,0-20 31,0 1 1,0-1-1,0 1 1,0-1 0,1 0-1,0 0 1,0 1 0,0-1-1,0 0 1,1-1-1,-1 1 1,1 0 0,0-1-1,0 1 1,0-1 0,1 0-1,-1 0 1,1 0-1,0-1 1,0 1 0,0-1-1,0 0 1,0 0 0,0 0-1,0-1 1,1 0-1,-1 1-31,4-1 44,-1 1 0,1-2 0,0 1 0,-1-1-1,1 0 1,0 0 0,-1-1 0,1 0 0,0 0-1,-1-1 1,0 0 0,1 0 0,-1-1 0,0 0-1,0 0 1,0-1 0,-1 0 0,6-3-44,15-12 135,-1-1 1,-1-1 0,16-18-136,-35 33 22,58-54 74,54-68-96,-110 113-510,-15 14 30,-21 17-153,16-7 471,1 1 0,0 1 0,0-1 0,1 2-1,1-1 1,-5 8 162,12-16 15,0 0 0,0 0 0,0 0-1,1 0 1,-1 1 0,1-1 0,-1 1-1,1-1 1,1 1 0,-1-1 0,0 1-1,1-1 1,-1 1 0,1 0 0,0-1-1,1 1 1,-1 0 0,0-1 0,1 1-1,0-1 1,0 1 0,0-1 0,0 1-1,1-1 1,-1 0 0,1 1 0,0-1-1,0 0 1,1 1-15,9 8 81,0-1 0,1 0 0,0 0 1,1-2-1,0 1 0,1-2 0,0 0 0,12 5-81,-4-2-202,-1 1 1,15 11 201,-19-5-293,-15-13 228,-2-4 51,-1-1-1,1 1 1,-1 0-1,1 0 1,-1-1-1,1 1 1,-1 0-1,1 0 1,-1 0-1,0 0 1,0 0-1,1-1 1,-1 1-1,0 0 1,0 0-1,0 0 1,0 0-1,0 0 1,0 0-1,0 0 1,-1 0-1,1-1 1,0 1-1,0 0 1,-1 1 14,1-2-44,0 3 30,0-1-1,-1 0 0,1 0 0,-1 0 0,1 1 1,-1-1-1,0 0 0,0 0 0,0 0 0,0 0 1,0 0-1,0 0 0,0-1 0,-1 1 0,1 0 1,-1 0-1,1-1 0,-1 1 0,0-1 0,1 0 1,-1 1-1,0-1 0,0 0 0,0 0 0,-2 1 15,-5 1 12,0 1-1,-1-1 1,0 0-1,0-1 1,1 0-12,3-1 3,-23 3 168,1-1 0,-1-1 0,0-1 0,-21-3-171,-40 0-1474,86 2-1628,4 0-955,7 8-1670,7-1 4114,-11-6 353,1 2-3187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0T13:06:42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31 122 11179,'-1'-1'90,"0"1"202,0 0 0,0 0-1,0 0 1,1 0 0,-1 0 0,0-1-1,0 1 1,0 0 0,0-1 0,0 1-1,0-1 1,1 1 0,-1-1 0,0 1-1,0-1 1,1 0 0,-1 1 0,0-1-1,1 0 1,-1 0 0,1 1 0,-1-1 0,1 0-1,-1 0 1,1 0 0,-1 0 0,1 0-1,0 1 1,0-1 0,-1 0 0,1 0-1,0 0 1,0 0 0,0 0 0,0 0-1,0 0 1,0 0 0,0 0 0,0 0-1,1 0 1,-1 0 0,0 0 0,1 0 0,-1 1-1,0-1 1,1-1-292,8-68 2632,-8 66-2702,-1 4-26,-3-8-59,3 7 142,0 1 0,1 0-1,-1 0 1,0 0 0,0 0 0,0 0 0,0 0-1,0-1 1,0 1 0,0 0 0,0 0 0,0 0-1,0 0 1,0 0 0,0 0 0,0-1 0,0 1-1,0 0 1,0 0 0,0 0 0,0 0 0,0 0-1,0-1 1,0 1 0,-1 0 0,1 0-1,0 0 1,0 0 0,0 0 0,0 0 0,0 0-1,0 0 1,0-1 0,0 1 0,0 0 0,-1 0-1,1 0 1,0 0 0,0 0 0,0 0 0,0 0-1,0 0 1,0 0 0,-1 0 0,1 0 0,0 0-1,0 0 1,0 0 0,0 0 0,0 0 0,0 0-1,-1 0 1,1 0 0,0 0 0,0 0-1,0 0 1,0 0 0,0 0 0,0 0 0,-1 0-1,1 0 14,-2 7-145,0 1-1,0-1 1,1 1 0,0-1-1,0 1 1,1 2 145,-3 22-329,2-20 367,0 0-1,0 1 0,1-1 1,1 0-1,0 0 1,1 1-1,0-1 0,0 0 1,2-1-1,2 10-37,6-7 454,-9-12-363,-3-2-86,1 0 1,-1 0 0,0 0 0,0 1-1,0-1 1,0 0 0,0 0 0,0 0-1,0 0 1,0 0 0,0 0 0,1 0-1,-1 0 1,0 1 0,0-1 0,0 0-1,0 0 1,0 0 0,0 0 0,1 0-1,-1 0 1,0 0 0,0 0 0,0 0-1,0 0 1,0 0 0,1 0 0,-1 0-1,0 0 1,0 0 0,0 0 0,0 0 0,0 0-1,1 0 1,-1 0 0,0 0 0,0 0-1,0 0 1,0-1 0,0 1 0,0 0-1,1 0 1,-1 0 0,0 0 0,0 0-1,0 0 1,0 0 0,0 0 0,0-1-1,0 1 1,0 0-6,6-5 91,0-1-1,0 0 0,-1-1 1,0 1-1,0-1 0,-1 0 1,0 0-1,0 0 1,-1-1-1,1 1 0,-1-4-90,10-26 4,5-31-4,-16 62-16,6-19-716,-9 44-581,-2 19 1047,4-26 325,0 0-1,1 0 1,0-1 0,1 1-1,0 0 1,1-1 0,0 0-1,2 2-58,15 26-9027,-19-36 4719,1-5-160,11-5-96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0T13:06:43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192 108 9065,'0'0'4254,"2"-3"-362,0-1-3602,14-22 9456,-14 23-9415,-2 3-272,0 0-22,0 0-5,0 0 0,0 0 6,0 0 15,0 0-37,0 0-107,0 0-106,-4 3-102,1 0 206,1-1 1,-1 1-1,1 0 0,0 0 1,0 0-1,0 0 0,0 0 1,0 1-1,1-1 1,0 1-1,-1-1 0,1 1 1,1-1-1,-1 1 0,0-1 1,1 1-1,0 0 1,-1-1-1,2 1 0,-1 3 93,0-4 80,0-3 129,4 1 47,13 2 21,-16-3-246,0 0-1,0 0 1,0 0-1,0 0 1,0-1-1,0 1 0,0 0 1,0-1-1,-1 1 1,1-1-1,0 1 0,0-1 1,0 1-1,-1-1 1,1 1-1,0-1 0,0 0 1,-1 0-1,1 1 1,-1-1-1,1 0 0,-1 0 1,1 0-31,2-2 98,0-1 1,0 0 0,0 1 0,-1-1-1,0 0 1,0 0 0,0 0-1,0-1 1,1-3-99,-2 4-23,1-22-308,-6 24 69,0 0 200,1 0-1,-1 1 1,1 0 0,-1 0-1,1 0 1,-1 0 0,0 0-1,1 1 1,-1-1-1,0 1 1,0 0 0,0 0-1,1 1 1,-1-1 0,0 1-1,0-1 1,1 1 0,-1 1-1,1-1 1,-1 0-1,1 1 1,-4 1 62,4-1-56,-1 0 0,1 1 0,0-1 0,0 0 0,-1 1 0,2 0 0,-1 0 0,0 0 0,0 0 0,1 0 0,0 0-1,-2 3 57,-7 18-128,11-22 124,-1 1-1,1 0 1,0 0-1,0-1 1,0 1-1,0 0 1,0 0-1,0-1 1,1 1-1,-1 0 1,1 0 4,0-2 16,-1 0 0,0 0 0,0 0-1,1 0 1,-1-1 0,0 1 0,1 0 0,-1 0 0,1 0 0,-1-1 0,1 1 0,0 0 0,-1-1 0,1 1-1,0 0 1,-1-1 0,1 1 0,0-1 0,0 1 0,-1-1 0,1 0 0,0 1 0,0-1 0,0 0 0,0 1-1,0-1 1,-1 0 0,1 0 0,0 0 0,0 0 0,0 0 0,0 0 0,0 0 0,0 0 0,0 0 0,0 0-1,0-1-14,5-1 140,0 0 1,-1-1-1,1 0 1,-1 0 0,1-1-1,-1 0 1,-1 0 0,1 0-1,0 0 1,-1-1-1,0 1 1,0-1 0,2-3-142,-4 5 5,0 1-1,-1 0 1,1-1 0,0 0 0,-1 1 0,0-1 0,0 0-1,1 0 1,-2 1 0,1-1 0,0 0 0,0 0 0,-1 0-1,0 0 1,0 0 0,0 0 0,0 0 0,0 0 0,0 0-1,-1 0 1,1 0 0,-1 0 0,0 0 0,0 0 0,0 0 0,0 1-1,-1-1 1,1 0 0,-1 1 0,0-1 0,0 0-5,-2 0-84,-1-1 0,1 1 0,-1-1 0,0 1 1,0 1-1,0-1 0,0 1 0,-1 0 0,1 0 0,-1 0 1,1 1-1,-1 0 0,0 0 0,1 0 0,-1 1 0,0 0 0,0 0 1,1 0-1,-1 1 0,-4 0 84,5 0-24,1 0 1,-1-1 0,1 1-1,-1 1 1,1-1-1,-1 1 1,1-1-1,0 1 1,0 0-1,0 1 1,0-1-1,0 1 1,0 0-1,1 0 1,-1 0-1,1 0 1,0 1 0,0-1-1,0 1 1,0 0-1,1-1 1,0 1-1,0 1 1,0-1-1,-1 3 24,2-5 11,1 1-1,0-1 0,0 0 1,0 0-1,0 1 1,0-1-1,0 0 0,1 1 1,-1-1-1,1 0 1,0 0-1,-1 0 0,1 0 1,0 1-1,0-1 1,1 0-1,-1-1 1,0 1-1,1 0 0,-1 0 1,1 0-1,0 0-10,0 0 31,1 0-1,-1 0 0,1 0 1,-1 0-1,1 0 1,0 0-1,0-1 0,0 0 1,0 1-1,0-1 1,0 0-1,0 0 0,0-1 1,0 1-1,0-1 1,3 1-31,-1-1 94,0-1-1,0 1 1,0-1 0,0 0 0,0 0 0,0 0 0,0-1 0,0 1 0,0-1 0,-1-1 0,2 0-94,11-11-1920,-14 11-1357,-3 3-797,-3-1-325,0-4 2259,-2-2 649,-3 8-4134,-14 6 1509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0T13:06:44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5765,'0'-13'3364,"0"10"79,0 3-219,2-3-357,7-6 893,-8 21 214,1 14-4651,5 13 312,3 0-1,11 31 366,-19-65 197,-2-5 54,0 0 48,16-3 385,-13-2-582,0 0-1,0 0 1,0 0 0,-1 0 0,0-1 0,0 1 0,0-1 0,0-3-102,5-11 135,19-38-562,-24 54 133,-2 4-31,0 0-17,1 3 243,0 0 1,0 0 0,0 0-1,0 0 1,-1 1-1,1-1 1,-1 0-1,0 0 1,0 2 98,1 6 4,1 0 1,1 1-1,0-1 1,0 0 0,1 0-1,1-1 1,0 1-1,0-1 1,1 0 0,0 0-1,1-1 1,0 0-1,0 0 1,2 1-5,-8-10 31,-1 1 1,0 0-1,1 0 1,0 0 0,-1-1-1,1 1 1,-1 0-1,1-1 1,0 1-1,-1 0 1,1-1-1,0 1 1,0-1-1,-1 1 1,1-1 0,0 1-1,0-1 1,0 0-1,0 1 1,0-1-1,0 0 1,-1 0-1,1 0 1,0 0-1,0 0 1,0 0-1,0 0 1,0 0 0,0 0-1,0 0 1,0 0-1,0-1 1,0 1-1,-1 0 1,1 0-1,0-1 1,0 1-1,0-1 1,0 1 0,-1-1-1,1 1 1,0-1-1,0 0 1,-1 1-1,1-1 1,-1 0-1,1 1 1,0-1-1,-1 0 1,0 0 0,1 0-1,-1 1 1,1-1-1,-1 0 1,0 0-1,0 0 1,1 0-1,-1 0 1,0 0-32,3-8 77,0 0 0,-1 0 1,-1-1-1,1 1 0,-1-1-77,8-63-731,-8 69 384,-1 4-5,0 0 15,-1 1 306,0-1-1,0 1 0,1-1 1,-1 1-1,0 0 0,0-1 1,1 1-1,-1 0 0,0-1 1,1 1-1,-1 0 0,1 0 1,-1 0-1,1-1 0,-1 1 1,1 0-1,0 0 0,-1 0 1,1 0-1,0 0 1,0 0-1,0 0 0,0 0 1,-1 0-1,2 1 32,-2 34-3221,1-23-1564,1-4 3406,3 20-9836,-3-27 6966</inkml:trace>
</inkml:ink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  <a:sym typeface="Calibri"/>
              </a:rPr>
              <a:t>© SoftUni – </a:t>
            </a:r>
            <a:r>
              <a:rPr kumimoji="0" lang="en-US" sz="11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  <a:sym typeface="Calibri"/>
                <a:hlinkClick r:id="rId3"/>
              </a:rPr>
              <a:t>https://softuni.org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  <a:sym typeface="Calibri"/>
              </a:rPr>
              <a:t>. Copyrighted document. Unauthorized copy or reproduction is not permitted.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163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6308999" y="8747999"/>
            <a:ext cx="5475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ftr" idx="11"/>
          </p:nvPr>
        </p:nvSpPr>
        <p:spPr>
          <a:xfrm>
            <a:off x="-1" y="8747999"/>
            <a:ext cx="63090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Software University Foundation –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http://softuni.org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work is licensed under the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Creative Commons Attribution-NonCommercial-ShareAlike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license.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440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961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174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907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5F0223-87E3-4C05-91AA-A011DFE044FF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E49F29-3F5C-4DB2-AA79-A17D5A6A90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374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4D6516-9CC1-4493-A2E3-B2CCC2456BB3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116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C1A616-39F7-4D90-A521-962C4018BF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673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041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C77F2-5C89-4F9E-B2E0-8026E1A640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938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hyperlink" Target="http://smartit.bg/" TargetMode="External"/><Relationship Id="rId3" Type="http://schemas.openxmlformats.org/officeDocument/2006/relationships/hyperlink" Target="https://aeternity.com/" TargetMode="External"/><Relationship Id="rId7" Type="http://schemas.openxmlformats.org/officeDocument/2006/relationships/hyperlink" Target="https://www.liebherr.com/en/deu/start/start-page.html" TargetMode="External"/><Relationship Id="rId12" Type="http://schemas.openxmlformats.org/officeDocument/2006/relationships/image" Target="../media/image2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11" Type="http://schemas.openxmlformats.org/officeDocument/2006/relationships/hyperlink" Target="https://www.sbtech.com/" TargetMode="External"/><Relationship Id="rId5" Type="http://schemas.openxmlformats.org/officeDocument/2006/relationships/hyperlink" Target="codexio.bg" TargetMode="External"/><Relationship Id="rId1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hyperlink" Target="http://www.telenor.bg/" TargetMode="External"/><Relationship Id="rId14" Type="http://schemas.openxmlformats.org/officeDocument/2006/relationships/image" Target="../media/image29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hyperlink" Target="https://www.superhosting.bg/" TargetMode="External"/><Relationship Id="rId3" Type="http://schemas.openxmlformats.org/officeDocument/2006/relationships/hyperlink" Target="http://www.infragistics.com/" TargetMode="External"/><Relationship Id="rId7" Type="http://schemas.openxmlformats.org/officeDocument/2006/relationships/hyperlink" Target="https://www.softwaregroup.com/" TargetMode="External"/><Relationship Id="rId12" Type="http://schemas.openxmlformats.org/officeDocument/2006/relationships/image" Target="../media/image3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png"/><Relationship Id="rId11" Type="http://schemas.openxmlformats.org/officeDocument/2006/relationships/hyperlink" Target="https://netpeak.bg/" TargetMode="External"/><Relationship Id="rId5" Type="http://schemas.openxmlformats.org/officeDocument/2006/relationships/hyperlink" Target="https://www.indeavr.com/en" TargetMode="External"/><Relationship Id="rId15" Type="http://schemas.openxmlformats.org/officeDocument/2006/relationships/image" Target="../media/image8.png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hyperlink" Target="https://www.xs-software.com/" TargetMode="External"/><Relationship Id="rId14" Type="http://schemas.openxmlformats.org/officeDocument/2006/relationships/image" Target="../media/image35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www.facebook.com/SoftwareUniversity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forum.softuni.bg/" TargetMode="External"/><Relationship Id="rId11" Type="http://schemas.openxmlformats.org/officeDocument/2006/relationships/image" Target="../media/image39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image" Target="../media/image38.png"/><Relationship Id="rId4" Type="http://schemas.openxmlformats.org/officeDocument/2006/relationships/hyperlink" Target="http://softuni.foundation/" TargetMode="External"/><Relationship Id="rId9" Type="http://schemas.openxmlformats.org/officeDocument/2006/relationships/image" Target="../media/image3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2.png"/><Relationship Id="rId7" Type="http://schemas.openxmlformats.org/officeDocument/2006/relationships/image" Target="../media/image19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11" Type="http://schemas.openxmlformats.org/officeDocument/2006/relationships/image" Target="../media/image43.png"/><Relationship Id="rId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47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9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0.png"/><Relationship Id="rId4" Type="http://schemas.openxmlformats.org/officeDocument/2006/relationships/image" Target="../media/image1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9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52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51.png"/><Relationship Id="rId2" Type="http://schemas.openxmlformats.org/officeDocument/2006/relationships/image" Target="../media/image1.emf"/><Relationship Id="rId16" Type="http://schemas.openxmlformats.org/officeDocument/2006/relationships/image" Target="../media/image5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54.png"/><Relationship Id="rId10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14" Type="http://schemas.openxmlformats.org/officeDocument/2006/relationships/image" Target="../media/image53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hyperlink" Target="http://smartit.bg/" TargetMode="External"/><Relationship Id="rId3" Type="http://schemas.openxmlformats.org/officeDocument/2006/relationships/hyperlink" Target="https://aeternity.com/" TargetMode="External"/><Relationship Id="rId7" Type="http://schemas.openxmlformats.org/officeDocument/2006/relationships/hyperlink" Target="https://www.liebherr.com/en/deu/start/start-page.html" TargetMode="External"/><Relationship Id="rId12" Type="http://schemas.openxmlformats.org/officeDocument/2006/relationships/image" Target="../media/image2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hyperlink" Target="https://www.sbtech.com/" TargetMode="External"/><Relationship Id="rId5" Type="http://schemas.openxmlformats.org/officeDocument/2006/relationships/hyperlink" Target="codexio.bg" TargetMode="External"/><Relationship Id="rId15" Type="http://schemas.openxmlformats.org/officeDocument/2006/relationships/image" Target="../media/image49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hyperlink" Target="http://www.telenor.bg/" TargetMode="External"/><Relationship Id="rId14" Type="http://schemas.openxmlformats.org/officeDocument/2006/relationships/image" Target="../media/image29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hyperlink" Target="https://www.superhosting.bg/" TargetMode="External"/><Relationship Id="rId3" Type="http://schemas.openxmlformats.org/officeDocument/2006/relationships/hyperlink" Target="http://www.infragistics.com/" TargetMode="External"/><Relationship Id="rId7" Type="http://schemas.openxmlformats.org/officeDocument/2006/relationships/hyperlink" Target="https://www.softwaregroup.com/" TargetMode="External"/><Relationship Id="rId12" Type="http://schemas.openxmlformats.org/officeDocument/2006/relationships/image" Target="../media/image3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1.png"/><Relationship Id="rId11" Type="http://schemas.openxmlformats.org/officeDocument/2006/relationships/hyperlink" Target="https://netpeak.bg/" TargetMode="External"/><Relationship Id="rId5" Type="http://schemas.openxmlformats.org/officeDocument/2006/relationships/hyperlink" Target="https://www.indeavr.com/en" TargetMode="External"/><Relationship Id="rId15" Type="http://schemas.openxmlformats.org/officeDocument/2006/relationships/image" Target="../media/image49.png"/><Relationship Id="rId10" Type="http://schemas.openxmlformats.org/officeDocument/2006/relationships/image" Target="../media/image56.png"/><Relationship Id="rId4" Type="http://schemas.openxmlformats.org/officeDocument/2006/relationships/image" Target="../media/image30.png"/><Relationship Id="rId9" Type="http://schemas.openxmlformats.org/officeDocument/2006/relationships/hyperlink" Target="https://www.xs-software.com/" TargetMode="External"/><Relationship Id="rId14" Type="http://schemas.openxmlformats.org/officeDocument/2006/relationships/image" Target="../media/image35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www.facebook.com/SoftwareUniversity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forum.softuni.bg/" TargetMode="External"/><Relationship Id="rId11" Type="http://schemas.openxmlformats.org/officeDocument/2006/relationships/image" Target="../media/image39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image" Target="../media/image38.png"/><Relationship Id="rId4" Type="http://schemas.openxmlformats.org/officeDocument/2006/relationships/hyperlink" Target="http://softuni.foundation/" TargetMode="External"/><Relationship Id="rId9" Type="http://schemas.openxmlformats.org/officeDocument/2006/relationships/image" Target="../media/image5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3.png"/><Relationship Id="rId4" Type="http://schemas.openxmlformats.org/officeDocument/2006/relationships/hyperlink" Target="https://softuni.org/" TargetMode="Externa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2.png"/><Relationship Id="rId7" Type="http://schemas.openxmlformats.org/officeDocument/2006/relationships/image" Target="../media/image19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0.png"/><Relationship Id="rId11" Type="http://schemas.openxmlformats.org/officeDocument/2006/relationships/image" Target="../media/image43.png"/><Relationship Id="rId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4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B5A345C-2CD0-4932-A998-37B2D20BF0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458" y="2351427"/>
            <a:ext cx="5437955" cy="232599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348638" y="2374047"/>
            <a:ext cx="3170229" cy="3431879"/>
          </a:xfrm>
          <a:prstGeom prst="rect">
            <a:avLst/>
          </a:prstGeom>
        </p:spPr>
      </p:pic>
      <p:sp>
        <p:nvSpPr>
          <p:cNvPr id="43" name="Subtitle 5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6686" y="1303142"/>
            <a:ext cx="10962447" cy="882654"/>
          </a:xfrm>
        </p:spPr>
        <p:txBody>
          <a:bodyPr>
            <a:normAutofit/>
          </a:bodyPr>
          <a:lstStyle>
            <a:lvl1pPr marL="0" indent="0" algn="ctr">
              <a:buNone/>
              <a:defRPr sz="3597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Subtitle</a:t>
            </a:r>
            <a:endParaRPr lang="bg-BG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EB7CD-FF73-4344-9FE5-589B30F5AA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085" y="6057656"/>
            <a:ext cx="2105462" cy="525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DFEC2C-38C6-405B-AD0A-06879C50EFE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460" y="6035665"/>
            <a:ext cx="629415" cy="5265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483B54-1DD1-4FC4-9FA0-4872F8C409C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2790" y="6035665"/>
            <a:ext cx="1186773" cy="5265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686" y="254857"/>
            <a:ext cx="10962447" cy="882654"/>
          </a:xfrm>
        </p:spPr>
        <p:txBody>
          <a:bodyPr/>
          <a:lstStyle>
            <a:lvl1pPr algn="ctr">
              <a:defRPr sz="4797"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27" name="Picture 4" title="CC-BY-NC-SA License">
            <a:hlinkClick r:id="rId7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7CB336FF-A768-4CE1-B1CE-FC103B348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50075" y="6080062"/>
            <a:ext cx="1436897" cy="502868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</p:pic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641602" y="5916124"/>
            <a:ext cx="2950749" cy="38278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>
              <a:spcBef>
                <a:spcPct val="0"/>
              </a:spcBef>
              <a:spcAft>
                <a:spcPct val="0"/>
              </a:spcAft>
              <a:buNone/>
              <a:defRPr lang="en-US" sz="19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641602" y="6340279"/>
            <a:ext cx="2950749" cy="35175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>
              <a:spcBef>
                <a:spcPct val="0"/>
              </a:spcBef>
              <a:spcAft>
                <a:spcPct val="0"/>
              </a:spcAft>
              <a:buNone/>
              <a:defRPr lang="en-US" sz="17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70972" y="4876800"/>
            <a:ext cx="2950749" cy="50679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7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70972" y="5368741"/>
            <a:ext cx="2950749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-1588" y="6702676"/>
            <a:ext cx="12192000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5CD64-8E62-478C-BD07-29B0AE8E261B}"/>
              </a:ext>
            </a:extLst>
          </p:cNvPr>
          <p:cNvSpPr/>
          <p:nvPr userDrawn="1"/>
        </p:nvSpPr>
        <p:spPr>
          <a:xfrm>
            <a:off x="-1588" y="6702676"/>
            <a:ext cx="12188825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35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1E40596-5F7F-41C3-9807-7FA635B42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951C9B-3DEE-4E28-8D4C-55505E0CB6AB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9" name="Picture 8" descr="A drawing of a cartoon character&#10;&#10;Description generated with high confidence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8309" y="1409638"/>
            <a:ext cx="3571232" cy="4385137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8CCE616-2FC8-4941-8612-3EC8CFD84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Table of Content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15" y="1371605"/>
            <a:ext cx="8180332" cy="4795935"/>
          </a:xfrm>
        </p:spPr>
        <p:txBody>
          <a:bodyPr/>
          <a:lstStyle>
            <a:lvl1pPr marL="513888" indent="-513888"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AA6AF62-9F6D-4B1C-831C-72AACA29F7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92A8ED8-1E91-4F87-9AAB-0B939CA64F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E4C518-B0B3-4716-AB97-AC8ECA4F7C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D0F638-F770-4732-9027-F69A91A619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31787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5D431A-1BDA-40DB-B7D8-23653331B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4949" y="4704825"/>
            <a:ext cx="10958928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394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14949" y="5490439"/>
            <a:ext cx="10958928" cy="4998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997" b="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4" name="Oval 3"/>
          <p:cNvSpPr>
            <a:spLocks noChangeAspect="1"/>
          </p:cNvSpPr>
          <p:nvPr/>
        </p:nvSpPr>
        <p:spPr>
          <a:xfrm>
            <a:off x="4318611" y="867752"/>
            <a:ext cx="3551604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A4D18C-4D2E-485E-B790-57C90DD04D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775" y="1100966"/>
            <a:ext cx="30861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6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0FF4B1E-24EA-407C-BFA6-24CCB6D440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3471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44" y="1792355"/>
            <a:ext cx="1829828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144" y="1792355"/>
            <a:ext cx="914914" cy="406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4972" y="1121144"/>
            <a:ext cx="9927138" cy="5276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ED30444-7448-455E-ACFD-2D8F93C93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20" y="100750"/>
            <a:ext cx="8397308" cy="88265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9A2DC4-5280-4E93-B6D2-9709FE6D06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4C1EE0-8040-49CB-9319-CF991DE7B3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643825A-6B67-4224-B077-B526FC2A4C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406E0E-FE9B-4656-A202-18C2517519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51" y="276382"/>
            <a:ext cx="1819849" cy="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7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A6B0AA-1988-451B-88D4-0F72629557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-3471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92" y="3314705"/>
            <a:ext cx="1260337" cy="279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1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20" y="100750"/>
            <a:ext cx="8397308" cy="88265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8564" y="1121144"/>
            <a:ext cx="10033549" cy="5276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A4EF-FDC7-4D65-91A0-D3473057251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0B15D-022F-4B93-A0E6-6FC062C18A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45B5C-C9D2-4885-BBE1-AE0D4F570C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1C581E-72C4-46B7-B2B0-B501FA8728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51" y="276382"/>
            <a:ext cx="1819849" cy="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4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AD94B5-9922-4E42-89CE-3C445EFB1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-1" y="0"/>
            <a:ext cx="12188825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3" y="1196125"/>
            <a:ext cx="11815018" cy="52010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E2769-FF5C-435B-BEDD-ABA3B8F1B9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6AD27-58D7-46FA-99F8-E5BB835ADA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DA7C9-2FCE-40EB-BF32-C698322202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BD9B3D-B90C-4A66-8301-786C9FA8A9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42829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29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9D60504-DA9E-4357-9A0A-15E333FC27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7B03959-5ED4-4593-8CEF-2AE1A73775F5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" y="6184674"/>
            <a:ext cx="12188825" cy="673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24" tIns="60912" rIns="121824" bIns="609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5160306" y="4824666"/>
            <a:ext cx="1868214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A09987-8827-47B7-85D3-6D69487FC7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88" y="5206774"/>
            <a:ext cx="958650" cy="118486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2" y="1195931"/>
            <a:ext cx="5424735" cy="48241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3738" y="1195931"/>
            <a:ext cx="5424734" cy="48241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8E34E-73A2-41B4-8C58-4DDB1D4D97D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88768" y="6390561"/>
            <a:ext cx="808502" cy="308845"/>
          </a:xfrm>
        </p:spPr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141AFF-42FF-4AAA-A3FA-149DDA66FCC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B2616D-7BC8-4F96-B3A7-B299A353B4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7A0E76-569B-463F-8EA8-C658C471A2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80104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19C6415-13AB-4677-935E-D11508C4A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B4EBD86-A13A-41DF-A04E-EA4A858E8860}"/>
              </a:ext>
            </a:extLst>
          </p:cNvPr>
          <p:cNvSpPr/>
          <p:nvPr/>
        </p:nvSpPr>
        <p:spPr>
          <a:xfrm>
            <a:off x="-3175" y="-17929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52" y="1196126"/>
            <a:ext cx="11808021" cy="518562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609036" indent="0">
              <a:buNone/>
              <a:defRPr/>
            </a:lvl2pPr>
          </a:lstStyle>
          <a:p>
            <a:pPr lvl="0"/>
            <a:r>
              <a:rPr lang="en-GB" dirty="0"/>
              <a:t>Sample source code: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123" y="1830476"/>
            <a:ext cx="10958580" cy="16334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>
              <a:lnSpc>
                <a:spcPct val="100000"/>
              </a:lnSpc>
              <a:buNone/>
              <a:defRPr lang="en-US" sz="2397" b="1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A3E62-7E9B-447C-9045-B989874D0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7BD22-7B02-4D39-928A-4BAD0D84EC1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ED1B3-84A5-43D8-8770-B2C1E963B68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3FF9B-335F-4699-94F7-E43CA829037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AB4568-56A6-4C85-AAC8-1AE32E2F3E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92284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609A8D-9063-4A88-A094-81A65D7DF4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880F1A8-532C-4443-BDB9-44438A972E15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0356" y="1355077"/>
            <a:ext cx="3888360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13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036" indent="0">
              <a:buNone/>
              <a:defRPr sz="3730"/>
            </a:lvl2pPr>
            <a:lvl3pPr marL="1218072" indent="0">
              <a:buNone/>
              <a:defRPr sz="3197"/>
            </a:lvl3pPr>
            <a:lvl4pPr marL="1827109" indent="0">
              <a:buNone/>
              <a:defRPr sz="2664"/>
            </a:lvl4pPr>
            <a:lvl5pPr marL="2436145" indent="0">
              <a:buNone/>
              <a:defRPr sz="2664"/>
            </a:lvl5pPr>
            <a:lvl6pPr marL="3045182" indent="0">
              <a:buNone/>
              <a:defRPr sz="2664"/>
            </a:lvl6pPr>
            <a:lvl7pPr marL="3654218" indent="0">
              <a:buNone/>
              <a:defRPr sz="2664"/>
            </a:lvl7pPr>
            <a:lvl8pPr marL="4263254" indent="0">
              <a:buNone/>
              <a:defRPr sz="2664"/>
            </a:lvl8pPr>
            <a:lvl9pPr marL="4872290" indent="0">
              <a:buNone/>
              <a:defRPr sz="2664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4078713" y="1355073"/>
            <a:ext cx="47988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26703" y="1748999"/>
            <a:ext cx="239938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3"/>
            <a:ext cx="12188825" cy="1365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688" y="1353867"/>
            <a:ext cx="7197424" cy="50278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F342A0-26CC-4ADA-AB90-FC4810F88E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6184F8-77F5-4000-AA69-383B07AEE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CAD63B7-3B55-42B3-B63C-7488630C39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7A1733E-05EA-4892-9222-96356ACBDF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E050E4-DC54-4CF4-A8D3-DC8B8DA04E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84" y="232973"/>
            <a:ext cx="2125527" cy="53028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2B94D3F-5DC8-4398-914C-4833ABE4CC19}"/>
              </a:ext>
            </a:extLst>
          </p:cNvPr>
          <p:cNvSpPr/>
          <p:nvPr userDrawn="1"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223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B21D9C95-5FF6-4F7E-AC00-ED6F3DD385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EAD13D1-8921-41EB-9EDF-DA3F5121F4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/>
          <p:nvPr/>
        </p:nvSpPr>
        <p:spPr>
          <a:xfrm>
            <a:off x="-1051027" y="703245"/>
            <a:ext cx="8403884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ctr" defTabSz="913578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4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4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44" y="2222932"/>
            <a:ext cx="3574974" cy="41486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20846EB-6FC8-4F9D-97D0-A1A8E9CEE0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928" y="314259"/>
            <a:ext cx="2125527" cy="53028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9983C1-41F3-4B45-9E6B-F2615F74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622C9-3C7D-445D-83B2-28583716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4DAB2-278F-4812-9F5E-FB63D806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675455-B7FA-4569-A5FD-A3B0F20B2A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47" y="1702474"/>
            <a:ext cx="1198589" cy="11989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7D15FD-4C66-4B85-98E6-7826AA8F61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869" y="3776294"/>
            <a:ext cx="1166096" cy="14022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755AAE-BA08-481C-9224-0061170EE4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378" y="3776294"/>
            <a:ext cx="1166096" cy="13892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83D66F-855B-463B-920B-BF239B01A20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003" y="3775664"/>
            <a:ext cx="1166096" cy="15671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43F71A-2013-433A-8322-FBAAED3162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28" y="3769759"/>
            <a:ext cx="1166096" cy="13507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812936-74B6-4265-8C08-AEDC8C79870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253" y="3776294"/>
            <a:ext cx="1166096" cy="14337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4C190C-5856-41B9-8819-AE8DE0E1098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421" y="3776295"/>
            <a:ext cx="1164351" cy="14400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62FB7C-BD6E-4383-98C1-2CF30F34CAFD}"/>
              </a:ext>
            </a:extLst>
          </p:cNvPr>
          <p:cNvCxnSpPr>
            <a:cxnSpLocks/>
          </p:cNvCxnSpPr>
          <p:nvPr/>
        </p:nvCxnSpPr>
        <p:spPr>
          <a:xfrm>
            <a:off x="3968380" y="3335565"/>
            <a:ext cx="715992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E5982E-3110-47E1-A5BB-91B7BECC3093}"/>
              </a:ext>
            </a:extLst>
          </p:cNvPr>
          <p:cNvCxnSpPr/>
          <p:nvPr/>
        </p:nvCxnSpPr>
        <p:spPr>
          <a:xfrm>
            <a:off x="396838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BFE2F3-0845-4E5B-9375-E9D4027DD675}"/>
              </a:ext>
            </a:extLst>
          </p:cNvPr>
          <p:cNvCxnSpPr/>
          <p:nvPr/>
        </p:nvCxnSpPr>
        <p:spPr>
          <a:xfrm>
            <a:off x="5362603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DDBF37-0764-47AA-94E3-9A44F3ED8FB5}"/>
              </a:ext>
            </a:extLst>
          </p:cNvPr>
          <p:cNvCxnSpPr/>
          <p:nvPr/>
        </p:nvCxnSpPr>
        <p:spPr>
          <a:xfrm>
            <a:off x="680942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9ABE09-E33C-46B7-A80D-7BF4A6956211}"/>
              </a:ext>
            </a:extLst>
          </p:cNvPr>
          <p:cNvCxnSpPr/>
          <p:nvPr/>
        </p:nvCxnSpPr>
        <p:spPr>
          <a:xfrm>
            <a:off x="8249051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91D320-3732-40B8-864D-142D0A277ED1}"/>
              </a:ext>
            </a:extLst>
          </p:cNvPr>
          <p:cNvCxnSpPr>
            <a:cxnSpLocks/>
          </p:cNvCxnSpPr>
          <p:nvPr/>
        </p:nvCxnSpPr>
        <p:spPr>
          <a:xfrm>
            <a:off x="968867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C63D1E8-4A92-4691-8A24-A2FC7E8008E5}"/>
              </a:ext>
            </a:extLst>
          </p:cNvPr>
          <p:cNvCxnSpPr>
            <a:cxnSpLocks/>
          </p:cNvCxnSpPr>
          <p:nvPr/>
        </p:nvCxnSpPr>
        <p:spPr>
          <a:xfrm>
            <a:off x="11128301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4A0FE1-723D-4682-8682-77BAD950EE15}"/>
              </a:ext>
            </a:extLst>
          </p:cNvPr>
          <p:cNvCxnSpPr/>
          <p:nvPr/>
        </p:nvCxnSpPr>
        <p:spPr>
          <a:xfrm>
            <a:off x="7548341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/>
        </p:nvSpPr>
        <p:spPr>
          <a:xfrm>
            <a:off x="-1588" y="6371332"/>
            <a:ext cx="12192000" cy="5045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AF69835-F228-45D6-B39E-583EEBF1FE2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46" y="1702472"/>
            <a:ext cx="1198589" cy="11989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577C4C0-8539-4520-A497-BBFB45821D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869" y="3776292"/>
            <a:ext cx="1166096" cy="140222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6073A22-1B90-4D35-943B-5D9816FEB8F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378" y="3776292"/>
            <a:ext cx="1166096" cy="13892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7C8CFEA-27DA-4058-A611-3AE53851908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003" y="3775662"/>
            <a:ext cx="1166096" cy="156713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9346DD-5152-48D0-8B06-7F8CE9803DA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28" y="3769759"/>
            <a:ext cx="1166096" cy="135075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6B4B602-D2C7-47C8-9470-2C5795ED8C2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253" y="3776292"/>
            <a:ext cx="1166096" cy="14337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03B7E6D-AFDD-45E1-8121-F42E465AB0E8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421" y="3776295"/>
            <a:ext cx="1164351" cy="144000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A3191E-14EF-4DC3-AD93-CA289B12B4C9}"/>
              </a:ext>
            </a:extLst>
          </p:cNvPr>
          <p:cNvCxnSpPr>
            <a:cxnSpLocks/>
          </p:cNvCxnSpPr>
          <p:nvPr userDrawn="1"/>
        </p:nvCxnSpPr>
        <p:spPr>
          <a:xfrm>
            <a:off x="3968380" y="3335565"/>
            <a:ext cx="715992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B530A8A-ABDE-4B7F-B28B-A9B499B32225}"/>
              </a:ext>
            </a:extLst>
          </p:cNvPr>
          <p:cNvCxnSpPr/>
          <p:nvPr userDrawn="1"/>
        </p:nvCxnSpPr>
        <p:spPr>
          <a:xfrm>
            <a:off x="396838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5ADF575-91AD-4F69-BA66-356B62AEB683}"/>
              </a:ext>
            </a:extLst>
          </p:cNvPr>
          <p:cNvCxnSpPr/>
          <p:nvPr userDrawn="1"/>
        </p:nvCxnSpPr>
        <p:spPr>
          <a:xfrm>
            <a:off x="5362603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0C0104-2410-4352-A800-FD0292CC11A7}"/>
              </a:ext>
            </a:extLst>
          </p:cNvPr>
          <p:cNvCxnSpPr/>
          <p:nvPr userDrawn="1"/>
        </p:nvCxnSpPr>
        <p:spPr>
          <a:xfrm>
            <a:off x="680942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FB7F08-6662-4D0C-AFAB-CFFDE9B1CA0A}"/>
              </a:ext>
            </a:extLst>
          </p:cNvPr>
          <p:cNvCxnSpPr/>
          <p:nvPr userDrawn="1"/>
        </p:nvCxnSpPr>
        <p:spPr>
          <a:xfrm>
            <a:off x="8249051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79635D4-E3FF-4174-A648-032E9615851B}"/>
              </a:ext>
            </a:extLst>
          </p:cNvPr>
          <p:cNvCxnSpPr>
            <a:cxnSpLocks/>
          </p:cNvCxnSpPr>
          <p:nvPr userDrawn="1"/>
        </p:nvCxnSpPr>
        <p:spPr>
          <a:xfrm>
            <a:off x="968867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601A2EF-9181-444B-8898-83A36D09B869}"/>
              </a:ext>
            </a:extLst>
          </p:cNvPr>
          <p:cNvCxnSpPr>
            <a:cxnSpLocks/>
          </p:cNvCxnSpPr>
          <p:nvPr userDrawn="1"/>
        </p:nvCxnSpPr>
        <p:spPr>
          <a:xfrm>
            <a:off x="11128301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7F38C1-A87B-4D59-BE69-6A23413F5870}"/>
              </a:ext>
            </a:extLst>
          </p:cNvPr>
          <p:cNvCxnSpPr/>
          <p:nvPr userDrawn="1"/>
        </p:nvCxnSpPr>
        <p:spPr>
          <a:xfrm>
            <a:off x="7548341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54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00C2D88-4D3E-4C4B-AFD7-B7EA2768B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51FC5-6AB6-4A04-9304-C6C88E9B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83D18-FDC7-4C48-A949-71D2969C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AD92E-A653-4789-B55D-8A218100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7C54483B-C622-499B-BAE8-467BFD3E1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887" y="3048001"/>
            <a:ext cx="4142269" cy="3323785"/>
          </a:xfrm>
          <a:prstGeom prst="roundRect">
            <a:avLst>
              <a:gd name="adj" fmla="val 3461"/>
            </a:avLst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7AF9BEA8-CB87-4D39-873A-4E7E04D466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869" y="1269705"/>
            <a:ext cx="3506115" cy="1450390"/>
          </a:xfrm>
          <a:prstGeom prst="roundRect">
            <a:avLst>
              <a:gd name="adj" fmla="val 3586"/>
            </a:avLst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7DFD3364-5D9B-4B91-B09C-8540E820560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5" y="4961886"/>
            <a:ext cx="6685847" cy="1466012"/>
          </a:xfrm>
          <a:prstGeom prst="roundRect">
            <a:avLst>
              <a:gd name="adj" fmla="val 5492"/>
            </a:avLst>
          </a:prstGeom>
        </p:spPr>
      </p:pic>
      <p:pic>
        <p:nvPicPr>
          <p:cNvPr id="10" name="Picture 9">
            <a:hlinkClick r:id="rId9"/>
            <a:extLst>
              <a:ext uri="{FF2B5EF4-FFF2-40B4-BE49-F238E27FC236}">
                <a16:creationId xmlns:a16="http://schemas.microsoft.com/office/drawing/2014/main" id="{F0386401-29A7-4448-AB68-1289BA211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1487" y="1253341"/>
            <a:ext cx="3536315" cy="1600277"/>
          </a:xfrm>
          <a:prstGeom prst="roundRect">
            <a:avLst>
              <a:gd name="adj" fmla="val 4755"/>
            </a:avLst>
          </a:prstGeom>
        </p:spPr>
      </p:pic>
      <p:pic>
        <p:nvPicPr>
          <p:cNvPr id="11" name="Picture 10">
            <a:hlinkClick r:id="rId11"/>
            <a:extLst>
              <a:ext uri="{FF2B5EF4-FFF2-40B4-BE49-F238E27FC236}">
                <a16:creationId xmlns:a16="http://schemas.microsoft.com/office/drawing/2014/main" id="{CDC9F208-E4B0-4626-BBAD-F54DFF0CF9B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67" y="1297094"/>
            <a:ext cx="4110401" cy="1740439"/>
          </a:xfrm>
          <a:prstGeom prst="roundRect">
            <a:avLst>
              <a:gd name="adj" fmla="val 6970"/>
            </a:avLst>
          </a:prstGeom>
        </p:spPr>
      </p:pic>
      <p:pic>
        <p:nvPicPr>
          <p:cNvPr id="12" name="Picture 11">
            <a:hlinkClick r:id="rId13"/>
            <a:extLst>
              <a:ext uri="{FF2B5EF4-FFF2-40B4-BE49-F238E27FC236}">
                <a16:creationId xmlns:a16="http://schemas.microsoft.com/office/drawing/2014/main" id="{1DE8CA65-1470-4A40-9B49-AFF7E19C21A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3" y="3323273"/>
            <a:ext cx="6676269" cy="1231632"/>
          </a:xfrm>
          <a:prstGeom prst="roundRect">
            <a:avLst>
              <a:gd name="adj" fmla="val 6594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991FD8-5C91-4C3D-9F00-7203C811B463}"/>
              </a:ext>
            </a:extLst>
          </p:cNvPr>
          <p:cNvSpPr/>
          <p:nvPr userDrawn="1"/>
        </p:nvSpPr>
        <p:spPr>
          <a:xfrm>
            <a:off x="0" y="-7074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3AAC-161E-41EF-A701-E46A497F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68" y="11072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Softuni</a:t>
            </a:r>
            <a:r>
              <a:rPr lang="en-US" dirty="0"/>
              <a:t> Diamond Partners</a:t>
            </a:r>
            <a:endParaRPr lang="bg-B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B79199-76CD-47C8-AE4E-209C3D390E5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211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00C2D88-4D3E-4C4B-AFD7-B7EA2768B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991FD8-5C91-4C3D-9F00-7203C811B463}"/>
              </a:ext>
            </a:extLst>
          </p:cNvPr>
          <p:cNvSpPr/>
          <p:nvPr userDrawn="1"/>
        </p:nvSpPr>
        <p:spPr>
          <a:xfrm>
            <a:off x="0" y="-40852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3AAC-161E-41EF-A701-E46A497F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68" y="11072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Softuni</a:t>
            </a:r>
            <a:r>
              <a:rPr lang="en-US" dirty="0"/>
              <a:t> Diamond Partners</a:t>
            </a:r>
            <a:endParaRPr lang="bg-BG" dirty="0"/>
          </a:p>
        </p:txBody>
      </p:sp>
      <p:pic>
        <p:nvPicPr>
          <p:cNvPr id="15" name="Picture 14">
            <a:hlinkClick r:id="rId3"/>
            <a:extLst>
              <a:ext uri="{FF2B5EF4-FFF2-40B4-BE49-F238E27FC236}">
                <a16:creationId xmlns:a16="http://schemas.microsoft.com/office/drawing/2014/main" id="{61839306-7842-46B9-A463-C24420A37C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4143" y="1200162"/>
            <a:ext cx="6095011" cy="1314435"/>
          </a:xfrm>
          <a:prstGeom prst="roundRect">
            <a:avLst>
              <a:gd name="adj" fmla="val 3250"/>
            </a:avLst>
          </a:prstGeom>
          <a:ln>
            <a:noFill/>
          </a:ln>
          <a:effectLst>
            <a:softEdge rad="0"/>
          </a:effectLst>
        </p:spPr>
      </p:pic>
      <p:pic>
        <p:nvPicPr>
          <p:cNvPr id="16" name="Picture 2" descr="Ð ÐµÐ·ÑÐ»ÑÐ°Ñ Ñ Ð¸Ð·Ð¾Ð±ÑÐ°Ð¶ÐµÐ½Ð¸Ðµ Ð·Ð° indeavr">
            <a:hlinkClick r:id="rId5"/>
            <a:extLst>
              <a:ext uri="{FF2B5EF4-FFF2-40B4-BE49-F238E27FC236}">
                <a16:creationId xmlns:a16="http://schemas.microsoft.com/office/drawing/2014/main" id="{F5EB795D-0B62-4CCB-983D-13BD9B3CD0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22" y="1399790"/>
            <a:ext cx="5352870" cy="120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Ð ÐµÐ·ÑÐ»ÑÐ°Ñ Ñ Ð¸Ð·Ð¾Ð±ÑÐ°Ð¶ÐµÐ½Ð¸Ðµ Ð·Ð° software group">
            <a:hlinkClick r:id="rId7"/>
            <a:extLst>
              <a:ext uri="{FF2B5EF4-FFF2-40B4-BE49-F238E27FC236}">
                <a16:creationId xmlns:a16="http://schemas.microsoft.com/office/drawing/2014/main" id="{91C19F79-E05B-4929-A929-287F44EB3C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22" y="2317265"/>
            <a:ext cx="6665764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 descr="Ð¡Ð²ÑÑÐ·Ð°Ð½Ð¾ Ð¸Ð·Ð¾Ð±ÑÐ°Ð¶ÐµÐ½Ð¸Ðµ">
            <a:hlinkClick r:id="rId9"/>
            <a:extLst>
              <a:ext uri="{FF2B5EF4-FFF2-40B4-BE49-F238E27FC236}">
                <a16:creationId xmlns:a16="http://schemas.microsoft.com/office/drawing/2014/main" id="{B38FBC35-D604-40D3-8560-90C506EBA7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7"/>
          <a:stretch/>
        </p:blipFill>
        <p:spPr bwMode="auto">
          <a:xfrm>
            <a:off x="7759479" y="2602277"/>
            <a:ext cx="3154360" cy="165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6" descr="Ð ÐµÐ·ÑÐ»ÑÐ°Ñ Ñ Ð¸Ð·Ð¾Ð±ÑÐ°Ð¶ÐµÐ½Ð¸Ðµ Ð·Ð° netpeak">
            <a:hlinkClick r:id="rId11"/>
            <a:extLst>
              <a:ext uri="{FF2B5EF4-FFF2-40B4-BE49-F238E27FC236}">
                <a16:creationId xmlns:a16="http://schemas.microsoft.com/office/drawing/2014/main" id="{71103A5B-EAFD-46BF-93EB-10FFF58B7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3" y="5230897"/>
            <a:ext cx="7165745" cy="99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Ð ÐµÐ·ÑÐ»ÑÐ°Ñ Ñ Ð¸Ð·Ð¾Ð±ÑÐ°Ð¶ÐµÐ½Ð¸Ðµ Ð·Ð° superhosting png">
            <a:hlinkClick r:id="rId13"/>
            <a:extLst>
              <a:ext uri="{FF2B5EF4-FFF2-40B4-BE49-F238E27FC236}">
                <a16:creationId xmlns:a16="http://schemas.microsoft.com/office/drawing/2014/main" id="{EDA50EFF-7A2E-4BB9-A7A8-5BBF9EE3DB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436" y="4510112"/>
            <a:ext cx="3351927" cy="177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A9EEE9-F84D-4A19-B1BD-9B2BB5EC08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33728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DA41A3-0295-46DF-A320-41070D15EA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371" y="1186308"/>
            <a:ext cx="9501534" cy="5496127"/>
          </a:xfrm>
        </p:spPr>
        <p:txBody>
          <a:bodyPr wrap="square">
            <a:noAutofit/>
          </a:bodyPr>
          <a:lstStyle>
            <a:lvl1pPr>
              <a:buClr>
                <a:schemeClr val="tx1"/>
              </a:buClr>
              <a:defRPr sz="2797"/>
            </a:lvl1pPr>
            <a:lvl2pPr marL="989684" marR="0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lvl2pPr>
            <a:lvl3pPr>
              <a:buClr>
                <a:schemeClr val="tx1"/>
              </a:buClr>
              <a:defRPr/>
            </a:lvl3pPr>
          </a:lstStyle>
          <a:p>
            <a:pPr>
              <a:lnSpc>
                <a:spcPct val="100000"/>
              </a:lnSpc>
            </a:pPr>
            <a:r>
              <a:rPr lang="en-US" sz="3197" dirty="0"/>
              <a:t>Software University – High-Quality Education, </a:t>
            </a:r>
            <a:br>
              <a:rPr lang="en-US" sz="3197" dirty="0"/>
            </a:br>
            <a:r>
              <a:rPr lang="en-US" sz="3197" dirty="0"/>
              <a:t>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897" noProof="1">
                <a:hlinkClick r:id="rId3"/>
              </a:rPr>
              <a:t>softuni.bg</a:t>
            </a:r>
            <a:r>
              <a:rPr lang="en-US" sz="2897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197" dirty="0"/>
              <a:t>Software University Foundation</a:t>
            </a:r>
            <a:endParaRPr lang="bg-BG" sz="3197" dirty="0"/>
          </a:p>
          <a:p>
            <a:pPr lvl="1">
              <a:lnSpc>
                <a:spcPct val="100000"/>
              </a:lnSpc>
            </a:pPr>
            <a:r>
              <a:rPr lang="en-US" sz="2997" noProof="1">
                <a:hlinkClick r:id="rId4"/>
              </a:rPr>
              <a:t>http://softuni.foundation/</a:t>
            </a:r>
            <a:endParaRPr lang="en-US" sz="2997" noProof="1"/>
          </a:p>
          <a:p>
            <a:pPr>
              <a:lnSpc>
                <a:spcPct val="100000"/>
              </a:lnSpc>
            </a:pPr>
            <a:r>
              <a:rPr lang="en-US" sz="3197" dirty="0"/>
              <a:t>Software University @ Facebook</a:t>
            </a:r>
          </a:p>
          <a:p>
            <a:pPr marL="989684" marR="0" lvl="1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pPr>
            <a:r>
              <a:rPr kumimoji="0" lang="en-US" sz="2897" b="0" i="0" u="none" strike="noStrike" kern="1200" cap="none" spc="0" normalizeH="0" baseline="0" noProof="1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/>
              </a:rPr>
              <a:t>facebook.com/SoftwareUniversity</a:t>
            </a:r>
            <a:endParaRPr kumimoji="0" lang="en-US" sz="2897" b="0" i="0" u="none" strike="noStrike" kern="1200" cap="none" spc="0" normalizeH="0" baseline="0" noProof="1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3197" dirty="0"/>
              <a:t>Software University Forums</a:t>
            </a:r>
          </a:p>
          <a:p>
            <a:pPr marL="989684" marR="0" lvl="1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pPr>
            <a:r>
              <a:rPr lang="en-US" sz="2797" dirty="0">
                <a:hlinkClick r:id="rId6"/>
              </a:rPr>
              <a:t>forum.softuni.bg</a:t>
            </a:r>
            <a:endParaRPr lang="en-US" sz="2797" noProof="1"/>
          </a:p>
        </p:txBody>
      </p:sp>
      <p:pic>
        <p:nvPicPr>
          <p:cNvPr id="14" name="Picture 4">
            <a:hlinkClick r:id="rId7" tooltip="Software University @ Facebook"/>
            <a:extLst>
              <a:ext uri="{FF2B5EF4-FFF2-40B4-BE49-F238E27FC236}">
                <a16:creationId xmlns:a16="http://schemas.microsoft.com/office/drawing/2014/main" id="{0101C673-F197-4525-ADDC-FFD181E4E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58777" y="3608627"/>
            <a:ext cx="1118740" cy="111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hlinkClick r:id="rId6" tooltip="Software University Discussion Forum"/>
            <a:extLst>
              <a:ext uri="{FF2B5EF4-FFF2-40B4-BE49-F238E27FC236}">
                <a16:creationId xmlns:a16="http://schemas.microsoft.com/office/drawing/2014/main" id="{A584039C-C3B0-4714-A6D0-181CA3D2DD2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85" y="5017463"/>
            <a:ext cx="1042233" cy="1042233"/>
          </a:xfrm>
          <a:prstGeom prst="rect">
            <a:avLst/>
          </a:prstGeom>
        </p:spPr>
      </p:pic>
      <p:pic>
        <p:nvPicPr>
          <p:cNvPr id="16" name="Picture 15">
            <a:hlinkClick r:id="rId3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860" y="2384689"/>
            <a:ext cx="3226924" cy="4297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C5D9AB-27D1-4866-B85E-1728987FAE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229" y="1319424"/>
            <a:ext cx="1669839" cy="20651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42" y="10887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350933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D88274-EADB-4D91-A3FA-46509D5A9E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117" y="319859"/>
            <a:ext cx="2212117" cy="55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2000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0971" y="6454759"/>
            <a:ext cx="11966883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399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18" y="2898831"/>
            <a:ext cx="2450970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1349" y="1702473"/>
            <a:ext cx="8312744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7" y="703245"/>
            <a:ext cx="5914831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57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4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4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54" y="190268"/>
            <a:ext cx="2012812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3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1609" y="5249556"/>
            <a:ext cx="969903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4714" y="3689937"/>
            <a:ext cx="1003693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689" y="1674000"/>
            <a:ext cx="119174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0087" y="2584290"/>
            <a:ext cx="2732243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370" y="1186308"/>
            <a:ext cx="8686327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7"/>
            </a:lvl1pPr>
            <a:lvl2pPr marL="989684" marR="0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 sz="2799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2999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2999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2999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2999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41" y="108873"/>
            <a:ext cx="9740089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397336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B5A345C-2CD0-4932-A998-37B2D20BF0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458" y="2351427"/>
            <a:ext cx="5437955" cy="232599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348638" y="2374047"/>
            <a:ext cx="3170229" cy="3431879"/>
          </a:xfrm>
          <a:prstGeom prst="rect">
            <a:avLst/>
          </a:prstGeom>
        </p:spPr>
      </p:pic>
      <p:sp>
        <p:nvSpPr>
          <p:cNvPr id="43" name="Subtitle 5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6686" y="1303142"/>
            <a:ext cx="10962447" cy="882654"/>
          </a:xfrm>
        </p:spPr>
        <p:txBody>
          <a:bodyPr>
            <a:normAutofit/>
          </a:bodyPr>
          <a:lstStyle>
            <a:lvl1pPr marL="0" indent="0" algn="ctr">
              <a:buNone/>
              <a:defRPr sz="3597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Subtitle</a:t>
            </a:r>
            <a:endParaRPr lang="bg-BG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EB7CD-FF73-4344-9FE5-589B30F5AA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085" y="6057656"/>
            <a:ext cx="2105462" cy="525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DFEC2C-38C6-405B-AD0A-06879C50EFE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460" y="6035665"/>
            <a:ext cx="629415" cy="5265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483B54-1DD1-4FC4-9FA0-4872F8C409C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2790" y="6035665"/>
            <a:ext cx="1186773" cy="5265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686" y="254857"/>
            <a:ext cx="10962447" cy="882654"/>
          </a:xfrm>
        </p:spPr>
        <p:txBody>
          <a:bodyPr/>
          <a:lstStyle>
            <a:lvl1pPr algn="ctr">
              <a:defRPr sz="4797"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27" name="Picture 4" title="CC-BY-NC-SA License">
            <a:hlinkClick r:id="rId7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7CB336FF-A768-4CE1-B1CE-FC103B348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50075" y="6080062"/>
            <a:ext cx="1436897" cy="502868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</p:pic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641602" y="5916124"/>
            <a:ext cx="2950749" cy="38278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>
              <a:spcBef>
                <a:spcPct val="0"/>
              </a:spcBef>
              <a:spcAft>
                <a:spcPct val="0"/>
              </a:spcAft>
              <a:buNone/>
              <a:defRPr lang="en-US" sz="19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641602" y="6340279"/>
            <a:ext cx="2950749" cy="35175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>
              <a:spcBef>
                <a:spcPct val="0"/>
              </a:spcBef>
              <a:spcAft>
                <a:spcPct val="0"/>
              </a:spcAft>
              <a:buNone/>
              <a:defRPr lang="en-US" sz="17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70972" y="4876800"/>
            <a:ext cx="2950749" cy="50679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7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70972" y="5368741"/>
            <a:ext cx="2950749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-1588" y="6702676"/>
            <a:ext cx="12192000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5CD64-8E62-478C-BD07-29B0AE8E261B}"/>
              </a:ext>
            </a:extLst>
          </p:cNvPr>
          <p:cNvSpPr/>
          <p:nvPr userDrawn="1"/>
        </p:nvSpPr>
        <p:spPr>
          <a:xfrm>
            <a:off x="-1588" y="6702676"/>
            <a:ext cx="12188825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719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1E40596-5F7F-41C3-9807-7FA635B42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951C9B-3DEE-4E28-8D4C-55505E0CB6AB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9" name="Picture 8" descr="A drawing of a cartoon character&#10;&#10;Description generated with high confidence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8309" y="1409638"/>
            <a:ext cx="3571232" cy="4385137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8CCE616-2FC8-4941-8612-3EC8CFD84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Table of Content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15" y="1371605"/>
            <a:ext cx="8180332" cy="4795935"/>
          </a:xfrm>
        </p:spPr>
        <p:txBody>
          <a:bodyPr/>
          <a:lstStyle>
            <a:lvl1pPr marL="513888" indent="-513888"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AA6AF62-9F6D-4B1C-831C-72AACA29F7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92A8ED8-1E91-4F87-9AAB-0B939CA64F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E4C518-B0B3-4716-AB97-AC8ECA4F7C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D0F638-F770-4732-9027-F69A91A619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22085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5D431A-1BDA-40DB-B7D8-23653331B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4949" y="4704825"/>
            <a:ext cx="10958928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394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14949" y="5490439"/>
            <a:ext cx="10958928" cy="4998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997" b="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4" name="Oval 3"/>
          <p:cNvSpPr>
            <a:spLocks noChangeAspect="1"/>
          </p:cNvSpPr>
          <p:nvPr/>
        </p:nvSpPr>
        <p:spPr>
          <a:xfrm>
            <a:off x="4318611" y="867752"/>
            <a:ext cx="3551604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479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0FF4B1E-24EA-407C-BFA6-24CCB6D440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3471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44" y="1792355"/>
            <a:ext cx="1829828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144" y="1792355"/>
            <a:ext cx="914914" cy="406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4972" y="1121144"/>
            <a:ext cx="9927138" cy="5276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ED30444-7448-455E-ACFD-2D8F93C93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20" y="100750"/>
            <a:ext cx="8397308" cy="88265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9A2DC4-5280-4E93-B6D2-9709FE6D06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4C1EE0-8040-49CB-9319-CF991DE7B3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643825A-6B67-4224-B077-B526FC2A4C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406E0E-FE9B-4656-A202-18C2517519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51" y="276382"/>
            <a:ext cx="1819849" cy="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7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A6B0AA-1988-451B-88D4-0F72629557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-3471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92" y="3314705"/>
            <a:ext cx="1260337" cy="279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1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20" y="100750"/>
            <a:ext cx="8397308" cy="88265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8564" y="1121144"/>
            <a:ext cx="10033549" cy="5276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A4EF-FDC7-4D65-91A0-D3473057251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0B15D-022F-4B93-A0E6-6FC062C18A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45B5C-C9D2-4885-BBE1-AE0D4F570C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1C581E-72C4-46B7-B2B0-B501FA8728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51" y="276382"/>
            <a:ext cx="1819849" cy="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0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AD94B5-9922-4E42-89CE-3C445EFB1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-1" y="0"/>
            <a:ext cx="12188825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3" y="1196125"/>
            <a:ext cx="11815018" cy="52010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E2769-FF5C-435B-BEDD-ABA3B8F1B9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6AD27-58D7-46FA-99F8-E5BB835ADA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DA7C9-2FCE-40EB-BF32-C698322202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BD9B3D-B90C-4A66-8301-786C9FA8A9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45654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46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9D60504-DA9E-4357-9A0A-15E333FC27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7B03959-5ED4-4593-8CEF-2AE1A73775F5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" y="6184674"/>
            <a:ext cx="12188825" cy="673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24" tIns="60912" rIns="121824" bIns="609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5160306" y="4824666"/>
            <a:ext cx="1868214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A09987-8827-47B7-85D3-6D69487FC7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88" y="5206774"/>
            <a:ext cx="958650" cy="118486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2" y="1195931"/>
            <a:ext cx="5424735" cy="48241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3738" y="1195931"/>
            <a:ext cx="5424734" cy="48241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8E34E-73A2-41B4-8C58-4DDB1D4D97D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88768" y="6390561"/>
            <a:ext cx="808502" cy="308845"/>
          </a:xfrm>
        </p:spPr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141AFF-42FF-4AAA-A3FA-149DDA66FCC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B2616D-7BC8-4F96-B3A7-B299A353B4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7A0E76-569B-463F-8EA8-C658C471A2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08885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19C6415-13AB-4677-935E-D11508C4A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B4EBD86-A13A-41DF-A04E-EA4A858E8860}"/>
              </a:ext>
            </a:extLst>
          </p:cNvPr>
          <p:cNvSpPr/>
          <p:nvPr/>
        </p:nvSpPr>
        <p:spPr>
          <a:xfrm>
            <a:off x="-3175" y="-17929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52" y="1196126"/>
            <a:ext cx="11808021" cy="518562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609036" indent="0">
              <a:buNone/>
              <a:defRPr/>
            </a:lvl2pPr>
          </a:lstStyle>
          <a:p>
            <a:pPr lvl="0"/>
            <a:r>
              <a:rPr lang="en-GB" dirty="0"/>
              <a:t>Sample source code: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123" y="1830476"/>
            <a:ext cx="10958580" cy="16334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>
              <a:lnSpc>
                <a:spcPct val="100000"/>
              </a:lnSpc>
              <a:buNone/>
              <a:defRPr lang="en-US" sz="2397" b="1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A3E62-7E9B-447C-9045-B989874D0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7BD22-7B02-4D39-928A-4BAD0D84EC1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ED1B3-84A5-43D8-8770-B2C1E963B68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3FF9B-335F-4699-94F7-E43CA829037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AB4568-56A6-4C85-AAC8-1AE32E2F3E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08590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609A8D-9063-4A88-A094-81A65D7DF4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880F1A8-532C-4443-BDB9-44438A972E15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0356" y="1355077"/>
            <a:ext cx="3888360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13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036" indent="0">
              <a:buNone/>
              <a:defRPr sz="3730"/>
            </a:lvl2pPr>
            <a:lvl3pPr marL="1218072" indent="0">
              <a:buNone/>
              <a:defRPr sz="3197"/>
            </a:lvl3pPr>
            <a:lvl4pPr marL="1827109" indent="0">
              <a:buNone/>
              <a:defRPr sz="2664"/>
            </a:lvl4pPr>
            <a:lvl5pPr marL="2436145" indent="0">
              <a:buNone/>
              <a:defRPr sz="2664"/>
            </a:lvl5pPr>
            <a:lvl6pPr marL="3045182" indent="0">
              <a:buNone/>
              <a:defRPr sz="2664"/>
            </a:lvl6pPr>
            <a:lvl7pPr marL="3654218" indent="0">
              <a:buNone/>
              <a:defRPr sz="2664"/>
            </a:lvl7pPr>
            <a:lvl8pPr marL="4263254" indent="0">
              <a:buNone/>
              <a:defRPr sz="2664"/>
            </a:lvl8pPr>
            <a:lvl9pPr marL="4872290" indent="0">
              <a:buNone/>
              <a:defRPr sz="2664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4078713" y="1355073"/>
            <a:ext cx="47988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26703" y="1748999"/>
            <a:ext cx="239938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3"/>
            <a:ext cx="12188825" cy="1365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688" y="1353867"/>
            <a:ext cx="7197424" cy="50278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F342A0-26CC-4ADA-AB90-FC4810F88E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6184F8-77F5-4000-AA69-383B07AEE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CAD63B7-3B55-42B3-B63C-7488630C39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7A1733E-05EA-4892-9222-96356ACBDF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E050E4-DC54-4CF4-A8D3-DC8B8DA04E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84" y="232973"/>
            <a:ext cx="2125527" cy="53028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2B94D3F-5DC8-4398-914C-4833ABE4CC19}"/>
              </a:ext>
            </a:extLst>
          </p:cNvPr>
          <p:cNvSpPr/>
          <p:nvPr userDrawn="1"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845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B21D9C95-5FF6-4F7E-AC00-ED6F3DD385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EAD13D1-8921-41EB-9EDF-DA3F5121F4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/>
          <p:nvPr/>
        </p:nvSpPr>
        <p:spPr>
          <a:xfrm>
            <a:off x="-1051027" y="703245"/>
            <a:ext cx="8403884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ctr" defTabSz="913578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4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4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44" y="2222932"/>
            <a:ext cx="3574974" cy="41486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20846EB-6FC8-4F9D-97D0-A1A8E9CEE0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928" y="314259"/>
            <a:ext cx="2125527" cy="53028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9983C1-41F3-4B45-9E6B-F2615F74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622C9-3C7D-445D-83B2-28583716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4DAB2-278F-4812-9F5E-FB63D806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675455-B7FA-4569-A5FD-A3B0F20B2A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47" y="1702474"/>
            <a:ext cx="1198589" cy="11989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7D15FD-4C66-4B85-98E6-7826AA8F61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869" y="3776294"/>
            <a:ext cx="1166096" cy="14022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755AAE-BA08-481C-9224-0061170EE4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378" y="3776294"/>
            <a:ext cx="1166096" cy="13892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83D66F-855B-463B-920B-BF239B01A20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003" y="3775664"/>
            <a:ext cx="1166096" cy="15671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43F71A-2013-433A-8322-FBAAED3162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28" y="3769759"/>
            <a:ext cx="1166096" cy="13507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812936-74B6-4265-8C08-AEDC8C79870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253" y="3776294"/>
            <a:ext cx="1166096" cy="14337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4C190C-5856-41B9-8819-AE8DE0E1098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421" y="3776295"/>
            <a:ext cx="1164351" cy="14400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62FB7C-BD6E-4383-98C1-2CF30F34CAFD}"/>
              </a:ext>
            </a:extLst>
          </p:cNvPr>
          <p:cNvCxnSpPr>
            <a:cxnSpLocks/>
          </p:cNvCxnSpPr>
          <p:nvPr/>
        </p:nvCxnSpPr>
        <p:spPr>
          <a:xfrm>
            <a:off x="3968380" y="3335565"/>
            <a:ext cx="715992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E5982E-3110-47E1-A5BB-91B7BECC3093}"/>
              </a:ext>
            </a:extLst>
          </p:cNvPr>
          <p:cNvCxnSpPr/>
          <p:nvPr/>
        </p:nvCxnSpPr>
        <p:spPr>
          <a:xfrm>
            <a:off x="396838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BFE2F3-0845-4E5B-9375-E9D4027DD675}"/>
              </a:ext>
            </a:extLst>
          </p:cNvPr>
          <p:cNvCxnSpPr/>
          <p:nvPr/>
        </p:nvCxnSpPr>
        <p:spPr>
          <a:xfrm>
            <a:off x="5362603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DDBF37-0764-47AA-94E3-9A44F3ED8FB5}"/>
              </a:ext>
            </a:extLst>
          </p:cNvPr>
          <p:cNvCxnSpPr/>
          <p:nvPr/>
        </p:nvCxnSpPr>
        <p:spPr>
          <a:xfrm>
            <a:off x="680942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9ABE09-E33C-46B7-A80D-7BF4A6956211}"/>
              </a:ext>
            </a:extLst>
          </p:cNvPr>
          <p:cNvCxnSpPr/>
          <p:nvPr/>
        </p:nvCxnSpPr>
        <p:spPr>
          <a:xfrm>
            <a:off x="8249051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91D320-3732-40B8-864D-142D0A277ED1}"/>
              </a:ext>
            </a:extLst>
          </p:cNvPr>
          <p:cNvCxnSpPr>
            <a:cxnSpLocks/>
          </p:cNvCxnSpPr>
          <p:nvPr/>
        </p:nvCxnSpPr>
        <p:spPr>
          <a:xfrm>
            <a:off x="968867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C63D1E8-4A92-4691-8A24-A2FC7E8008E5}"/>
              </a:ext>
            </a:extLst>
          </p:cNvPr>
          <p:cNvCxnSpPr>
            <a:cxnSpLocks/>
          </p:cNvCxnSpPr>
          <p:nvPr/>
        </p:nvCxnSpPr>
        <p:spPr>
          <a:xfrm>
            <a:off x="11128301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4A0FE1-723D-4682-8682-77BAD950EE15}"/>
              </a:ext>
            </a:extLst>
          </p:cNvPr>
          <p:cNvCxnSpPr/>
          <p:nvPr/>
        </p:nvCxnSpPr>
        <p:spPr>
          <a:xfrm>
            <a:off x="7548341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/>
        </p:nvSpPr>
        <p:spPr>
          <a:xfrm>
            <a:off x="-1588" y="6371332"/>
            <a:ext cx="12192000" cy="5045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AF69835-F228-45D6-B39E-583EEBF1FE2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46" y="1702472"/>
            <a:ext cx="1198589" cy="11989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577C4C0-8539-4520-A497-BBFB45821D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869" y="3776292"/>
            <a:ext cx="1166096" cy="140222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6073A22-1B90-4D35-943B-5D9816FEB8FE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378" y="3776292"/>
            <a:ext cx="1166096" cy="13892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7C8CFEA-27DA-4058-A611-3AE53851908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003" y="3775662"/>
            <a:ext cx="1166096" cy="156713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9346DD-5152-48D0-8B06-7F8CE9803DA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28" y="3769759"/>
            <a:ext cx="1166096" cy="135075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6B4B602-D2C7-47C8-9470-2C5795ED8C22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253" y="3776292"/>
            <a:ext cx="1166096" cy="14337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03B7E6D-AFDD-45E1-8121-F42E465AB0E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421" y="3776295"/>
            <a:ext cx="1164351" cy="144000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A3191E-14EF-4DC3-AD93-CA289B12B4C9}"/>
              </a:ext>
            </a:extLst>
          </p:cNvPr>
          <p:cNvCxnSpPr>
            <a:cxnSpLocks/>
          </p:cNvCxnSpPr>
          <p:nvPr userDrawn="1"/>
        </p:nvCxnSpPr>
        <p:spPr>
          <a:xfrm>
            <a:off x="3968380" y="3335565"/>
            <a:ext cx="715992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B530A8A-ABDE-4B7F-B28B-A9B499B32225}"/>
              </a:ext>
            </a:extLst>
          </p:cNvPr>
          <p:cNvCxnSpPr/>
          <p:nvPr userDrawn="1"/>
        </p:nvCxnSpPr>
        <p:spPr>
          <a:xfrm>
            <a:off x="396838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5ADF575-91AD-4F69-BA66-356B62AEB683}"/>
              </a:ext>
            </a:extLst>
          </p:cNvPr>
          <p:cNvCxnSpPr/>
          <p:nvPr userDrawn="1"/>
        </p:nvCxnSpPr>
        <p:spPr>
          <a:xfrm>
            <a:off x="5362603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0C0104-2410-4352-A800-FD0292CC11A7}"/>
              </a:ext>
            </a:extLst>
          </p:cNvPr>
          <p:cNvCxnSpPr/>
          <p:nvPr userDrawn="1"/>
        </p:nvCxnSpPr>
        <p:spPr>
          <a:xfrm>
            <a:off x="680942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FB7F08-6662-4D0C-AFAB-CFFDE9B1CA0A}"/>
              </a:ext>
            </a:extLst>
          </p:cNvPr>
          <p:cNvCxnSpPr/>
          <p:nvPr userDrawn="1"/>
        </p:nvCxnSpPr>
        <p:spPr>
          <a:xfrm>
            <a:off x="8249051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79635D4-E3FF-4174-A648-032E9615851B}"/>
              </a:ext>
            </a:extLst>
          </p:cNvPr>
          <p:cNvCxnSpPr>
            <a:cxnSpLocks/>
          </p:cNvCxnSpPr>
          <p:nvPr userDrawn="1"/>
        </p:nvCxnSpPr>
        <p:spPr>
          <a:xfrm>
            <a:off x="968867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601A2EF-9181-444B-8898-83A36D09B869}"/>
              </a:ext>
            </a:extLst>
          </p:cNvPr>
          <p:cNvCxnSpPr>
            <a:cxnSpLocks/>
          </p:cNvCxnSpPr>
          <p:nvPr userDrawn="1"/>
        </p:nvCxnSpPr>
        <p:spPr>
          <a:xfrm>
            <a:off x="11128301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7F38C1-A87B-4D59-BE69-6A23413F5870}"/>
              </a:ext>
            </a:extLst>
          </p:cNvPr>
          <p:cNvCxnSpPr/>
          <p:nvPr userDrawn="1"/>
        </p:nvCxnSpPr>
        <p:spPr>
          <a:xfrm>
            <a:off x="7548341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97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00C2D88-4D3E-4C4B-AFD7-B7EA2768B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51FC5-6AB6-4A04-9304-C6C88E9B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83D18-FDC7-4C48-A949-71D2969C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AD92E-A653-4789-B55D-8A218100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7C54483B-C622-499B-BAE8-467BFD3E1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887" y="3048001"/>
            <a:ext cx="4142269" cy="3323785"/>
          </a:xfrm>
          <a:prstGeom prst="roundRect">
            <a:avLst>
              <a:gd name="adj" fmla="val 3461"/>
            </a:avLst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7AF9BEA8-CB87-4D39-873A-4E7E04D466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869" y="1269705"/>
            <a:ext cx="3506115" cy="1450390"/>
          </a:xfrm>
          <a:prstGeom prst="roundRect">
            <a:avLst>
              <a:gd name="adj" fmla="val 3586"/>
            </a:avLst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7DFD3364-5D9B-4B91-B09C-8540E820560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5" y="4961886"/>
            <a:ext cx="6685847" cy="1466012"/>
          </a:xfrm>
          <a:prstGeom prst="roundRect">
            <a:avLst>
              <a:gd name="adj" fmla="val 5492"/>
            </a:avLst>
          </a:prstGeom>
        </p:spPr>
      </p:pic>
      <p:pic>
        <p:nvPicPr>
          <p:cNvPr id="10" name="Picture 9">
            <a:hlinkClick r:id="rId9"/>
            <a:extLst>
              <a:ext uri="{FF2B5EF4-FFF2-40B4-BE49-F238E27FC236}">
                <a16:creationId xmlns:a16="http://schemas.microsoft.com/office/drawing/2014/main" id="{F0386401-29A7-4448-AB68-1289BA211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1487" y="1253341"/>
            <a:ext cx="3536315" cy="1600277"/>
          </a:xfrm>
          <a:prstGeom prst="roundRect">
            <a:avLst>
              <a:gd name="adj" fmla="val 4755"/>
            </a:avLst>
          </a:prstGeom>
        </p:spPr>
      </p:pic>
      <p:pic>
        <p:nvPicPr>
          <p:cNvPr id="11" name="Picture 10">
            <a:hlinkClick r:id="rId11"/>
            <a:extLst>
              <a:ext uri="{FF2B5EF4-FFF2-40B4-BE49-F238E27FC236}">
                <a16:creationId xmlns:a16="http://schemas.microsoft.com/office/drawing/2014/main" id="{CDC9F208-E4B0-4626-BBAD-F54DFF0CF9B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67" y="1297094"/>
            <a:ext cx="4110401" cy="1740439"/>
          </a:xfrm>
          <a:prstGeom prst="roundRect">
            <a:avLst>
              <a:gd name="adj" fmla="val 6970"/>
            </a:avLst>
          </a:prstGeom>
        </p:spPr>
      </p:pic>
      <p:pic>
        <p:nvPicPr>
          <p:cNvPr id="12" name="Picture 11">
            <a:hlinkClick r:id="rId13"/>
            <a:extLst>
              <a:ext uri="{FF2B5EF4-FFF2-40B4-BE49-F238E27FC236}">
                <a16:creationId xmlns:a16="http://schemas.microsoft.com/office/drawing/2014/main" id="{1DE8CA65-1470-4A40-9B49-AFF7E19C21A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3" y="3323273"/>
            <a:ext cx="6676269" cy="1231632"/>
          </a:xfrm>
          <a:prstGeom prst="roundRect">
            <a:avLst>
              <a:gd name="adj" fmla="val 6594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991FD8-5C91-4C3D-9F00-7203C811B463}"/>
              </a:ext>
            </a:extLst>
          </p:cNvPr>
          <p:cNvSpPr/>
          <p:nvPr userDrawn="1"/>
        </p:nvSpPr>
        <p:spPr>
          <a:xfrm>
            <a:off x="0" y="-7074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3AAC-161E-41EF-A701-E46A497F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68" y="11072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Softuni</a:t>
            </a:r>
            <a:r>
              <a:rPr lang="en-US" dirty="0"/>
              <a:t> Diamond Partners</a:t>
            </a:r>
            <a:endParaRPr lang="bg-B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B79199-76CD-47C8-AE4E-209C3D390E5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88915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00C2D88-4D3E-4C4B-AFD7-B7EA2768B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991FD8-5C91-4C3D-9F00-7203C811B463}"/>
              </a:ext>
            </a:extLst>
          </p:cNvPr>
          <p:cNvSpPr/>
          <p:nvPr userDrawn="1"/>
        </p:nvSpPr>
        <p:spPr>
          <a:xfrm>
            <a:off x="0" y="-40852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3AAC-161E-41EF-A701-E46A497F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68" y="11072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Softuni</a:t>
            </a:r>
            <a:r>
              <a:rPr lang="en-US" dirty="0"/>
              <a:t> Diamond Partners</a:t>
            </a:r>
            <a:endParaRPr lang="bg-BG" dirty="0"/>
          </a:p>
        </p:txBody>
      </p:sp>
      <p:pic>
        <p:nvPicPr>
          <p:cNvPr id="15" name="Picture 14">
            <a:hlinkClick r:id="rId3"/>
            <a:extLst>
              <a:ext uri="{FF2B5EF4-FFF2-40B4-BE49-F238E27FC236}">
                <a16:creationId xmlns:a16="http://schemas.microsoft.com/office/drawing/2014/main" id="{61839306-7842-46B9-A463-C24420A37C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4143" y="1200162"/>
            <a:ext cx="6095011" cy="1314435"/>
          </a:xfrm>
          <a:prstGeom prst="roundRect">
            <a:avLst>
              <a:gd name="adj" fmla="val 3250"/>
            </a:avLst>
          </a:prstGeom>
          <a:ln>
            <a:noFill/>
          </a:ln>
          <a:effectLst>
            <a:softEdge rad="0"/>
          </a:effectLst>
        </p:spPr>
      </p:pic>
      <p:pic>
        <p:nvPicPr>
          <p:cNvPr id="16" name="Picture 2" descr="Ð ÐµÐ·ÑÐ»ÑÐ°Ñ Ñ Ð¸Ð·Ð¾Ð±ÑÐ°Ð¶ÐµÐ½Ð¸Ðµ Ð·Ð° indeavr">
            <a:hlinkClick r:id="rId5"/>
            <a:extLst>
              <a:ext uri="{FF2B5EF4-FFF2-40B4-BE49-F238E27FC236}">
                <a16:creationId xmlns:a16="http://schemas.microsoft.com/office/drawing/2014/main" id="{F5EB795D-0B62-4CCB-983D-13BD9B3CD0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22" y="1399790"/>
            <a:ext cx="5352870" cy="120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Ð ÐµÐ·ÑÐ»ÑÐ°Ñ Ñ Ð¸Ð·Ð¾Ð±ÑÐ°Ð¶ÐµÐ½Ð¸Ðµ Ð·Ð° software group">
            <a:hlinkClick r:id="rId7"/>
            <a:extLst>
              <a:ext uri="{FF2B5EF4-FFF2-40B4-BE49-F238E27FC236}">
                <a16:creationId xmlns:a16="http://schemas.microsoft.com/office/drawing/2014/main" id="{91C19F79-E05B-4929-A929-287F44EB3C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22" y="2317265"/>
            <a:ext cx="6665764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 descr="Ð¡Ð²ÑÑÐ·Ð°Ð½Ð¾ Ð¸Ð·Ð¾Ð±ÑÐ°Ð¶ÐµÐ½Ð¸Ðµ">
            <a:hlinkClick r:id="rId9"/>
            <a:extLst>
              <a:ext uri="{FF2B5EF4-FFF2-40B4-BE49-F238E27FC236}">
                <a16:creationId xmlns:a16="http://schemas.microsoft.com/office/drawing/2014/main" id="{B38FBC35-D604-40D3-8560-90C506EBA7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1" t="-168" r="15238" b="19014"/>
          <a:stretch/>
        </p:blipFill>
        <p:spPr bwMode="auto">
          <a:xfrm>
            <a:off x="7759479" y="2602277"/>
            <a:ext cx="3154360" cy="165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6" descr="Ð ÐµÐ·ÑÐ»ÑÐ°Ñ Ñ Ð¸Ð·Ð¾Ð±ÑÐ°Ð¶ÐµÐ½Ð¸Ðµ Ð·Ð° netpeak">
            <a:hlinkClick r:id="rId11"/>
            <a:extLst>
              <a:ext uri="{FF2B5EF4-FFF2-40B4-BE49-F238E27FC236}">
                <a16:creationId xmlns:a16="http://schemas.microsoft.com/office/drawing/2014/main" id="{71103A5B-EAFD-46BF-93EB-10FFF58B7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3" y="5230897"/>
            <a:ext cx="7165745" cy="99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Ð ÐµÐ·ÑÐ»ÑÐ°Ñ Ñ Ð¸Ð·Ð¾Ð±ÑÐ°Ð¶ÐµÐ½Ð¸Ðµ Ð·Ð° superhosting png">
            <a:hlinkClick r:id="rId13"/>
            <a:extLst>
              <a:ext uri="{FF2B5EF4-FFF2-40B4-BE49-F238E27FC236}">
                <a16:creationId xmlns:a16="http://schemas.microsoft.com/office/drawing/2014/main" id="{EDA50EFF-7A2E-4BB9-A7A8-5BBF9EE3DB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436" y="4510112"/>
            <a:ext cx="3351927" cy="177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A9EEE9-F84D-4A19-B1BD-9B2BB5EC08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04933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DA41A3-0295-46DF-A320-41070D15EA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371" y="1186308"/>
            <a:ext cx="9501534" cy="5496127"/>
          </a:xfrm>
        </p:spPr>
        <p:txBody>
          <a:bodyPr wrap="square">
            <a:noAutofit/>
          </a:bodyPr>
          <a:lstStyle>
            <a:lvl1pPr>
              <a:buClr>
                <a:schemeClr val="tx1"/>
              </a:buClr>
              <a:defRPr sz="2797"/>
            </a:lvl1pPr>
            <a:lvl2pPr marL="989684" marR="0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lvl2pPr>
            <a:lvl3pPr>
              <a:buClr>
                <a:schemeClr val="tx1"/>
              </a:buClr>
              <a:defRPr/>
            </a:lvl3pPr>
          </a:lstStyle>
          <a:p>
            <a:pPr>
              <a:lnSpc>
                <a:spcPct val="100000"/>
              </a:lnSpc>
            </a:pPr>
            <a:r>
              <a:rPr lang="en-US" sz="3197" dirty="0"/>
              <a:t>Software University – High-Quality Education, </a:t>
            </a:r>
            <a:br>
              <a:rPr lang="en-US" sz="3197" dirty="0"/>
            </a:br>
            <a:r>
              <a:rPr lang="en-US" sz="3197" dirty="0"/>
              <a:t>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897" noProof="1">
                <a:hlinkClick r:id="rId3"/>
              </a:rPr>
              <a:t>softuni.bg</a:t>
            </a:r>
            <a:r>
              <a:rPr lang="en-US" sz="2897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197" dirty="0"/>
              <a:t>Software University Foundation</a:t>
            </a:r>
            <a:endParaRPr lang="bg-BG" sz="3197" dirty="0"/>
          </a:p>
          <a:p>
            <a:pPr lvl="1">
              <a:lnSpc>
                <a:spcPct val="100000"/>
              </a:lnSpc>
            </a:pPr>
            <a:r>
              <a:rPr lang="en-US" sz="2997" noProof="1">
                <a:hlinkClick r:id="rId4"/>
              </a:rPr>
              <a:t>http://softuni.foundation/</a:t>
            </a:r>
            <a:endParaRPr lang="en-US" sz="2997" noProof="1"/>
          </a:p>
          <a:p>
            <a:pPr>
              <a:lnSpc>
                <a:spcPct val="100000"/>
              </a:lnSpc>
            </a:pPr>
            <a:r>
              <a:rPr lang="en-US" sz="3197" dirty="0"/>
              <a:t>Software University @ Facebook</a:t>
            </a:r>
          </a:p>
          <a:p>
            <a:pPr marL="989684" marR="0" lvl="1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pPr>
            <a:r>
              <a:rPr kumimoji="0" lang="en-US" sz="2897" b="0" i="0" u="none" strike="noStrike" kern="1200" cap="none" spc="0" normalizeH="0" baseline="0" noProof="1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/>
              </a:rPr>
              <a:t>facebook.com/SoftwareUniversity</a:t>
            </a:r>
            <a:endParaRPr kumimoji="0" lang="en-US" sz="2897" b="0" i="0" u="none" strike="noStrike" kern="1200" cap="none" spc="0" normalizeH="0" baseline="0" noProof="1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3197" dirty="0"/>
              <a:t>Software University Forums</a:t>
            </a:r>
          </a:p>
          <a:p>
            <a:pPr marL="989684" marR="0" lvl="1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pPr>
            <a:r>
              <a:rPr lang="en-US" sz="2797" dirty="0">
                <a:hlinkClick r:id="rId6"/>
              </a:rPr>
              <a:t>forum.softuni.bg</a:t>
            </a:r>
            <a:endParaRPr lang="en-US" sz="2797" noProof="1"/>
          </a:p>
        </p:txBody>
      </p:sp>
      <p:pic>
        <p:nvPicPr>
          <p:cNvPr id="14" name="Picture 4">
            <a:hlinkClick r:id="rId7" tooltip="Software University @ Facebook"/>
            <a:extLst>
              <a:ext uri="{FF2B5EF4-FFF2-40B4-BE49-F238E27FC236}">
                <a16:creationId xmlns:a16="http://schemas.microsoft.com/office/drawing/2014/main" id="{0101C673-F197-4525-ADDC-FFD181E4E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58777" y="3608627"/>
            <a:ext cx="1118740" cy="111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hlinkClick r:id="rId6" tooltip="Software University Discussion Forum"/>
            <a:extLst>
              <a:ext uri="{FF2B5EF4-FFF2-40B4-BE49-F238E27FC236}">
                <a16:creationId xmlns:a16="http://schemas.microsoft.com/office/drawing/2014/main" id="{A584039C-C3B0-4714-A6D0-181CA3D2DD2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85" y="5017463"/>
            <a:ext cx="1042233" cy="1042233"/>
          </a:xfrm>
          <a:prstGeom prst="rect">
            <a:avLst/>
          </a:prstGeom>
        </p:spPr>
      </p:pic>
      <p:pic>
        <p:nvPicPr>
          <p:cNvPr id="16" name="Picture 15">
            <a:hlinkClick r:id="rId3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860" y="2384689"/>
            <a:ext cx="3226924" cy="4297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C5D9AB-27D1-4866-B85E-1728987FAE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229" y="1319424"/>
            <a:ext cx="1669839" cy="20651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42" y="10887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316950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2000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334" y="5184001"/>
            <a:ext cx="3750563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6237" y="6130863"/>
            <a:ext cx="2950749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6237" y="5756628"/>
            <a:ext cx="2950749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6620" y="2609644"/>
            <a:ext cx="2788167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2" y="5918568"/>
            <a:ext cx="1829828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2938" y="5344181"/>
            <a:ext cx="2979920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2938" y="4851838"/>
            <a:ext cx="2979920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2938" y="2740914"/>
            <a:ext cx="4641710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038" y="1258272"/>
            <a:ext cx="11080750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7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321502"/>
            <a:ext cx="11080750" cy="882654"/>
          </a:xfrm>
        </p:spPr>
        <p:txBody>
          <a:bodyPr/>
          <a:lstStyle>
            <a:lvl1pPr algn="ctr" latinLnBrk="0">
              <a:defRPr sz="4797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4290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8611" y="867752"/>
            <a:ext cx="3551604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4949" y="5585916"/>
            <a:ext cx="10958928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7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4949" y="4704825"/>
            <a:ext cx="10958928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4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71845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353" y="1196125"/>
            <a:ext cx="11815018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3624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6" y="100750"/>
            <a:ext cx="971306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40682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5514" y="1121143"/>
            <a:ext cx="10126596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54" y="190268"/>
            <a:ext cx="2012812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19" y="100750"/>
            <a:ext cx="862327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28" y="1868178"/>
            <a:ext cx="1937003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560" y="4203953"/>
            <a:ext cx="954955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25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126" y="1121143"/>
            <a:ext cx="10318987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54" y="190268"/>
            <a:ext cx="2012812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19" y="100750"/>
            <a:ext cx="862327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704" y="3429001"/>
            <a:ext cx="1521652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3236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1" y="0"/>
            <a:ext cx="4293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024" y="1121143"/>
            <a:ext cx="11407090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024" y="100750"/>
            <a:ext cx="1140709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68" y="5591710"/>
            <a:ext cx="641582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672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073" y="1931154"/>
            <a:ext cx="10946680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7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52" y="1196126"/>
            <a:ext cx="11808021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036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3624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6" y="100750"/>
            <a:ext cx="971306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772014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3522" y="3408497"/>
            <a:ext cx="2250471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15" y="1371604"/>
            <a:ext cx="9046877" cy="5207396"/>
          </a:xfrm>
        </p:spPr>
        <p:txBody>
          <a:bodyPr>
            <a:normAutofit/>
          </a:bodyPr>
          <a:lstStyle>
            <a:lvl1pPr marL="513888" indent="-513888" latinLnBrk="0">
              <a:buFont typeface="+mj-lt"/>
              <a:buAutoNum type="arabicPeriod"/>
              <a:defRPr sz="3599">
                <a:solidFill>
                  <a:schemeClr val="tx1"/>
                </a:solidFill>
              </a:defRPr>
            </a:lvl1pPr>
            <a:lvl2pPr>
              <a:defRPr sz="3399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3624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6" y="100750"/>
            <a:ext cx="971306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51754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88825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24" tIns="60912" rIns="121824" bIns="609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462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0306" y="4824666"/>
            <a:ext cx="1868214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88" y="5206774"/>
            <a:ext cx="95865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4319" y="1195931"/>
            <a:ext cx="5544153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352" y="1195931"/>
            <a:ext cx="5544154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3624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6" y="100750"/>
            <a:ext cx="971306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17207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444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7812" y="1353867"/>
            <a:ext cx="7424300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356" y="1355077"/>
            <a:ext cx="3888360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036" indent="0">
              <a:buNone/>
              <a:defRPr sz="3730"/>
            </a:lvl2pPr>
            <a:lvl3pPr marL="1218072" indent="0">
              <a:buNone/>
              <a:defRPr sz="3197"/>
            </a:lvl3pPr>
            <a:lvl4pPr marL="1827109" indent="0">
              <a:buNone/>
              <a:defRPr sz="2664"/>
            </a:lvl4pPr>
            <a:lvl5pPr marL="2436145" indent="0">
              <a:buNone/>
              <a:defRPr sz="2664"/>
            </a:lvl5pPr>
            <a:lvl6pPr marL="3045182" indent="0">
              <a:buNone/>
              <a:defRPr sz="2664"/>
            </a:lvl6pPr>
            <a:lvl7pPr marL="3654218" indent="0">
              <a:buNone/>
              <a:defRPr sz="2664"/>
            </a:lvl7pPr>
            <a:lvl8pPr marL="4263254" indent="0">
              <a:buNone/>
              <a:defRPr sz="2664"/>
            </a:lvl8pPr>
            <a:lvl9pPr marL="4872290" indent="0">
              <a:buNone/>
              <a:defRPr sz="2664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6703" y="1748999"/>
            <a:ext cx="239938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8713" y="1355073"/>
            <a:ext cx="47988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88825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3624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6" y="100750"/>
            <a:ext cx="971306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84065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2000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0971" y="6454759"/>
            <a:ext cx="11966883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399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18" y="2898831"/>
            <a:ext cx="2450970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1349" y="1702473"/>
            <a:ext cx="8312744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7" y="703245"/>
            <a:ext cx="5914831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57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4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4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54" y="190268"/>
            <a:ext cx="2012812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6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1609" y="5249556"/>
            <a:ext cx="969903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4714" y="3689937"/>
            <a:ext cx="1003693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689" y="1674000"/>
            <a:ext cx="119174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0087" y="2584290"/>
            <a:ext cx="2732243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370" y="1186308"/>
            <a:ext cx="8686327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7"/>
            </a:lvl1pPr>
            <a:lvl2pPr marL="989684" marR="0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 sz="2799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2999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2999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2999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2999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41" y="108873"/>
            <a:ext cx="9740089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40690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03F5F2-BA1B-4A39-A03D-AD9E04694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8768" y="6397197"/>
            <a:ext cx="80850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BCD1B1-3A00-45B1-B516-6B8E7FBC4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7270" y="6397197"/>
            <a:ext cx="10564533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02A4B2-CB08-42CE-A814-FBDF345C2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00" y="6397197"/>
            <a:ext cx="428710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6" y="100750"/>
            <a:ext cx="9503571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363" y="1138844"/>
            <a:ext cx="11801748" cy="524290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20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62" r:id="rId15"/>
    <p:sldLayoutId id="2147483703" r:id="rId16"/>
    <p:sldLayoutId id="2147483704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072" rtl="0" eaLnBrk="1" latinLnBrk="1" hangingPunct="1">
        <a:spcBef>
          <a:spcPct val="0"/>
        </a:spcBef>
        <a:buNone/>
        <a:defRPr sz="399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778" indent="-456778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7" kern="1200">
          <a:solidFill>
            <a:schemeClr val="tx1"/>
          </a:solidFill>
          <a:latin typeface="+mn-lt"/>
          <a:ea typeface="+mn-ea"/>
          <a:cs typeface="+mn-cs"/>
        </a:defRPr>
      </a:lvl1pPr>
      <a:lvl2pPr marL="989684" indent="-380648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591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7" kern="1200">
          <a:solidFill>
            <a:schemeClr val="tx1"/>
          </a:solidFill>
          <a:latin typeface="+mn-lt"/>
          <a:ea typeface="+mn-ea"/>
          <a:cs typeface="+mn-cs"/>
        </a:defRPr>
      </a:lvl3pPr>
      <a:lvl4pPr marL="2131627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663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699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6pPr>
      <a:lvl7pPr marL="3958736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7pPr>
      <a:lvl8pPr marL="4567772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8pPr>
      <a:lvl9pPr marL="5176808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9036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807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7109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6145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518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4218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3254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229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03F5F2-BA1B-4A39-A03D-AD9E04694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8768" y="6397197"/>
            <a:ext cx="80850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5/11/2020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BCD1B1-3A00-45B1-B516-6B8E7FBC4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7270" y="6397197"/>
            <a:ext cx="10564533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02A4B2-CB08-42CE-A814-FBDF345C2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00" y="6397197"/>
            <a:ext cx="428710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6" y="100750"/>
            <a:ext cx="9503571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363" y="1138844"/>
            <a:ext cx="11801748" cy="524290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455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072" rtl="0" eaLnBrk="1" latinLnBrk="1" hangingPunct="1">
        <a:spcBef>
          <a:spcPct val="0"/>
        </a:spcBef>
        <a:buNone/>
        <a:defRPr sz="399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778" indent="-456778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7" kern="1200">
          <a:solidFill>
            <a:schemeClr val="tx1"/>
          </a:solidFill>
          <a:latin typeface="+mn-lt"/>
          <a:ea typeface="+mn-ea"/>
          <a:cs typeface="+mn-cs"/>
        </a:defRPr>
      </a:lvl1pPr>
      <a:lvl2pPr marL="989684" indent="-380648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591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7" kern="1200">
          <a:solidFill>
            <a:schemeClr val="tx1"/>
          </a:solidFill>
          <a:latin typeface="+mn-lt"/>
          <a:ea typeface="+mn-ea"/>
          <a:cs typeface="+mn-cs"/>
        </a:defRPr>
      </a:lvl3pPr>
      <a:lvl4pPr marL="2131627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663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699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6pPr>
      <a:lvl7pPr marL="3958736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7pPr>
      <a:lvl8pPr marL="4567772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8pPr>
      <a:lvl9pPr marL="5176808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9036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807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7109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6145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518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4218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3254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229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2"/>
            <a:ext cx="12188825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354" y="1138844"/>
            <a:ext cx="11801756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6" y="100750"/>
            <a:ext cx="11801755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1129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072" rtl="0" eaLnBrk="1" latinLnBrk="0" hangingPunct="1">
        <a:spcBef>
          <a:spcPct val="0"/>
        </a:spcBef>
        <a:buNone/>
        <a:defRPr sz="399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255" indent="-360255" algn="l" defTabSz="1218072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7" kern="1200">
          <a:solidFill>
            <a:schemeClr val="tx1"/>
          </a:solidFill>
          <a:latin typeface="+mn-lt"/>
          <a:ea typeface="+mn-ea"/>
          <a:cs typeface="+mn-cs"/>
        </a:defRPr>
      </a:lvl1pPr>
      <a:lvl2pPr marL="803034" indent="-360255" algn="l" defTabSz="1218072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255336" indent="-360255" algn="l" defTabSz="1218072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7" kern="1200">
          <a:solidFill>
            <a:schemeClr val="tx1"/>
          </a:solidFill>
          <a:latin typeface="+mn-lt"/>
          <a:ea typeface="+mn-ea"/>
          <a:cs typeface="+mn-cs"/>
        </a:defRPr>
      </a:lvl3pPr>
      <a:lvl4pPr marL="1699703" indent="-352319" algn="l" defTabSz="1218072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7" kern="1200">
          <a:solidFill>
            <a:schemeClr val="tx1"/>
          </a:solidFill>
          <a:latin typeface="+mn-lt"/>
          <a:ea typeface="+mn-ea"/>
          <a:cs typeface="+mn-cs"/>
        </a:defRPr>
      </a:lvl4pPr>
      <a:lvl5pPr marL="2058370" indent="-266620" algn="l" defTabSz="1218072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699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6pPr>
      <a:lvl7pPr marL="3958736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7pPr>
      <a:lvl8pPr marL="4567772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8pPr>
      <a:lvl9pPr marL="5176808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9036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807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7109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6145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518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4218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3254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229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20.png"/><Relationship Id="rId3" Type="http://schemas.openxmlformats.org/officeDocument/2006/relationships/image" Target="../media/image570.png"/><Relationship Id="rId7" Type="http://schemas.openxmlformats.org/officeDocument/2006/relationships/image" Target="../media/image590.png"/><Relationship Id="rId12" Type="http://schemas.openxmlformats.org/officeDocument/2006/relationships/customXml" Target="../ink/ink6.xml"/><Relationship Id="rId17" Type="http://schemas.openxmlformats.org/officeDocument/2006/relationships/image" Target="../media/image640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11" Type="http://schemas.openxmlformats.org/officeDocument/2006/relationships/image" Target="../media/image610.png"/><Relationship Id="rId5" Type="http://schemas.openxmlformats.org/officeDocument/2006/relationships/image" Target="../media/image580.png"/><Relationship Id="rId15" Type="http://schemas.openxmlformats.org/officeDocument/2006/relationships/image" Target="../media/image63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600.png"/><Relationship Id="rId14" Type="http://schemas.openxmlformats.org/officeDocument/2006/relationships/customXml" Target="../ink/ink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opensuse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hyperlink" Target="https://access.redhat.com/documentation/en-US/Red_Hat_Enterprise_Linux/" TargetMode="External"/><Relationship Id="rId4" Type="http://schemas.openxmlformats.org/officeDocument/2006/relationships/hyperlink" Target="https://help.ubuntu.com/" TargetMode="Externa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hyperlink" Target="http://www.postbank.bg/" TargetMode="External"/><Relationship Id="rId18" Type="http://schemas.openxmlformats.org/officeDocument/2006/relationships/image" Target="../media/image74.png"/><Relationship Id="rId26" Type="http://schemas.openxmlformats.org/officeDocument/2006/relationships/image" Target="../media/image78.png"/><Relationship Id="rId3" Type="http://schemas.openxmlformats.org/officeDocument/2006/relationships/hyperlink" Target="https://www.superhosting.bg/?gclid=CjwKCAjw5fzrBRASEiwAD2OSV2HM9vD3KXFwexq_hE27VNo1Gx0yBWBbYg7Ef677GKVaQu7Vn2bX7hoCIkoQAvD_BwE" TargetMode="External"/><Relationship Id="rId21" Type="http://schemas.openxmlformats.org/officeDocument/2006/relationships/hyperlink" Target="http://www.telenor.bg/" TargetMode="External"/><Relationship Id="rId7" Type="http://schemas.openxmlformats.org/officeDocument/2006/relationships/hyperlink" Target="http://www.infragistics.com/" TargetMode="External"/><Relationship Id="rId12" Type="http://schemas.openxmlformats.org/officeDocument/2006/relationships/image" Target="../media/image71.png"/><Relationship Id="rId17" Type="http://schemas.openxmlformats.org/officeDocument/2006/relationships/hyperlink" Target="https://netpeak.bg/" TargetMode="External"/><Relationship Id="rId25" Type="http://schemas.openxmlformats.org/officeDocument/2006/relationships/hyperlink" Target="http://www.xs-software.com/" TargetMode="Externa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3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jpeg"/><Relationship Id="rId11" Type="http://schemas.openxmlformats.org/officeDocument/2006/relationships/hyperlink" Target="https://motion-software.com/" TargetMode="External"/><Relationship Id="rId24" Type="http://schemas.openxmlformats.org/officeDocument/2006/relationships/image" Target="../media/image77.png"/><Relationship Id="rId5" Type="http://schemas.openxmlformats.org/officeDocument/2006/relationships/hyperlink" Target="https://stemo.bg/en/" TargetMode="External"/><Relationship Id="rId15" Type="http://schemas.openxmlformats.org/officeDocument/2006/relationships/hyperlink" Target="http://smartit.bg/" TargetMode="External"/><Relationship Id="rId23" Type="http://schemas.openxmlformats.org/officeDocument/2006/relationships/hyperlink" Target="https://www.sbtech.com/" TargetMode="External"/><Relationship Id="rId10" Type="http://schemas.openxmlformats.org/officeDocument/2006/relationships/image" Target="../media/image70.png"/><Relationship Id="rId19" Type="http://schemas.openxmlformats.org/officeDocument/2006/relationships/hyperlink" Target="https://www.softwaregroup.com/" TargetMode="External"/><Relationship Id="rId4" Type="http://schemas.openxmlformats.org/officeDocument/2006/relationships/image" Target="../media/image67.png"/><Relationship Id="rId9" Type="http://schemas.openxmlformats.org/officeDocument/2006/relationships/hyperlink" Target="https://www.indeavr.com/en" TargetMode="External"/><Relationship Id="rId14" Type="http://schemas.openxmlformats.org/officeDocument/2006/relationships/image" Target="../media/image72.png"/><Relationship Id="rId22" Type="http://schemas.openxmlformats.org/officeDocument/2006/relationships/image" Target="../media/image76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ukanet.com/" TargetMode="External"/><Relationship Id="rId3" Type="http://schemas.openxmlformats.org/officeDocument/2006/relationships/image" Target="../media/image79.jpeg"/><Relationship Id="rId7" Type="http://schemas.openxmlformats.org/officeDocument/2006/relationships/image" Target="../media/image8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world-of-myths.com/" TargetMode="External"/><Relationship Id="rId5" Type="http://schemas.openxmlformats.org/officeDocument/2006/relationships/image" Target="../media/image80.png"/><Relationship Id="rId4" Type="http://schemas.openxmlformats.org/officeDocument/2006/relationships/hyperlink" Target="https://www.onebitsoftware.net/" TargetMode="External"/><Relationship Id="rId9" Type="http://schemas.openxmlformats.org/officeDocument/2006/relationships/image" Target="../media/image82.gif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3.png"/><Relationship Id="rId4" Type="http://schemas.openxmlformats.org/officeDocument/2006/relationships/hyperlink" Target="https://softuni.bg/" TargetMode="Externa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softuni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mpany Web Site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https://softuni.org</a:t>
            </a:r>
            <a:endParaRPr lang="en-US" dirty="0"/>
          </a:p>
        </p:txBody>
      </p:sp>
      <p:sp>
        <p:nvSpPr>
          <p:cNvPr id="11" name="Company Nam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0" name="Author Position">
            <a:extLst>
              <a:ext uri="{FF2B5EF4-FFF2-40B4-BE49-F238E27FC236}">
                <a16:creationId xmlns:a16="http://schemas.microsoft.com/office/drawing/2014/main" id="{F585BC4C-0F13-4FD4-8F23-99FD466183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Technical Trainers</a:t>
            </a:r>
          </a:p>
        </p:txBody>
      </p:sp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Getting Help. Working with Files and Folders</a:t>
            </a:r>
          </a:p>
          <a:p>
            <a:r>
              <a:rPr lang="en-US" sz="3600" dirty="0"/>
              <a:t>Users and Groups. Access Rights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Working in the Console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CA6EB7-56CD-4998-866C-FE91AB892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54" y="2082818"/>
            <a:ext cx="2707858" cy="270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1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41AF62-65D2-47C8-ACCC-4D20F874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Have Questions?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C3D611-83A9-4DFF-BD0D-AE6061924E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14DD1E-5D91-48A3-AD6D-45FBA980D10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513" y="1676400"/>
            <a:ext cx="113537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sli.do</a:t>
            </a:r>
            <a:endParaRPr kumimoji="0" lang="bg-BG" sz="6600" b="1" i="0" u="none" strike="noStrike" kern="1200" cap="none" spc="0" normalizeH="0" baseline="0" noProof="0" dirty="0">
              <a:ln>
                <a:noFill/>
              </a:ln>
              <a:solidFill>
                <a:srgbClr val="FFA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513" y="2743200"/>
            <a:ext cx="113537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#Linux-Admin</a:t>
            </a:r>
            <a:endParaRPr kumimoji="0" lang="bg-BG" sz="6600" b="1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B9AD1-ADD5-4D0E-8697-8F9AC266A083}"/>
              </a:ext>
            </a:extLst>
          </p:cNvPr>
          <p:cNvSpPr txBox="1"/>
          <p:nvPr/>
        </p:nvSpPr>
        <p:spPr>
          <a:xfrm>
            <a:off x="400594" y="4014557"/>
            <a:ext cx="113707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facebook.com</a:t>
            </a:r>
            <a:endParaRPr kumimoji="0" lang="bg-BG" sz="6600" b="1" i="0" u="none" strike="noStrike" kern="1200" cap="none" spc="0" normalizeH="0" baseline="0" noProof="0" dirty="0">
              <a:ln>
                <a:noFill/>
              </a:ln>
              <a:solidFill>
                <a:srgbClr val="FFA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1EF36-6894-4DF5-88AE-7CAB1EB19FFC}"/>
              </a:ext>
            </a:extLst>
          </p:cNvPr>
          <p:cNvSpPr txBox="1"/>
          <p:nvPr/>
        </p:nvSpPr>
        <p:spPr>
          <a:xfrm>
            <a:off x="351903" y="5068040"/>
            <a:ext cx="11485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8987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/groups</a:t>
            </a:r>
            <a:r>
              <a:rPr lang="en-US" sz="4000" b="1" kern="1200" dirty="0">
                <a:solidFill>
                  <a:srgbClr val="234465"/>
                </a:solidFill>
                <a:latin typeface="Calibri" panose="020F0502020204030204"/>
                <a:ea typeface="+mn-ea"/>
                <a:cs typeface="+mn-cs"/>
              </a:rPr>
              <a:t>/LinuxSystemAdministrationMay2020/</a:t>
            </a:r>
            <a:endParaRPr kumimoji="0" lang="bg-BG" sz="4000" b="1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527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29B28C-47EF-4462-BD8A-2534909095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Previous Module (M1)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9D6304-113E-4387-B4AD-B5D71C46D4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Quick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BC5447-024A-4A72-AAD7-39B06FD947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88" y="686514"/>
            <a:ext cx="3809008" cy="380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1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BA88C-C72C-46FC-B1CD-F9B946D90B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4000"/>
              </a:lnSpc>
            </a:pPr>
            <a:r>
              <a:rPr lang="en-US" dirty="0"/>
              <a:t>About this Course</a:t>
            </a:r>
          </a:p>
          <a:p>
            <a:pPr>
              <a:lnSpc>
                <a:spcPts val="4000"/>
              </a:lnSpc>
            </a:pPr>
            <a:r>
              <a:rPr lang="en-US" dirty="0"/>
              <a:t>Introduction to Linux World</a:t>
            </a:r>
          </a:p>
          <a:p>
            <a:pPr marL="761946" lvl="1" indent="-457200">
              <a:lnSpc>
                <a:spcPts val="4000"/>
              </a:lnSpc>
            </a:pPr>
            <a:r>
              <a:rPr lang="en-US" dirty="0"/>
              <a:t>Why Linux and Linux System Architecture</a:t>
            </a:r>
          </a:p>
          <a:p>
            <a:pPr marL="761946" lvl="1" indent="-457200">
              <a:lnSpc>
                <a:spcPts val="4000"/>
              </a:lnSpc>
            </a:pPr>
            <a:r>
              <a:rPr lang="en-US" dirty="0"/>
              <a:t>Linux Ecosystem and Distribution Families </a:t>
            </a:r>
          </a:p>
          <a:p>
            <a:pPr>
              <a:lnSpc>
                <a:spcPts val="4000"/>
              </a:lnSpc>
            </a:pPr>
            <a:r>
              <a:rPr lang="en-US" dirty="0"/>
              <a:t>Virtualization is the Key</a:t>
            </a:r>
          </a:p>
          <a:p>
            <a:pPr marL="761946" lvl="1" indent="-457200">
              <a:lnSpc>
                <a:spcPts val="4000"/>
              </a:lnSpc>
            </a:pPr>
            <a:r>
              <a:rPr lang="en-US" dirty="0"/>
              <a:t>Getting to Know </a:t>
            </a:r>
            <a:r>
              <a:rPr lang="en-US" dirty="0" err="1"/>
              <a:t>VirtualBox</a:t>
            </a:r>
            <a:endParaRPr lang="en-US" dirty="0"/>
          </a:p>
          <a:p>
            <a:pPr>
              <a:lnSpc>
                <a:spcPts val="4000"/>
              </a:lnSpc>
            </a:pPr>
            <a:r>
              <a:rPr lang="en-US" dirty="0"/>
              <a:t>First Steps in Linux Console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41AF62-65D2-47C8-ACCC-4D20F874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Covered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C3D611-83A9-4DFF-BD0D-AE6061924E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76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41AF62-65D2-47C8-ACCC-4D20F874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Progress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C3D611-83A9-4DFF-BD0D-AE6061924E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17513" y="2286000"/>
            <a:ext cx="113537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≈ 54%</a:t>
            </a:r>
            <a:endParaRPr lang="bg-BG" sz="138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513" y="4149804"/>
            <a:ext cx="113537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as </a:t>
            </a:r>
            <a:r>
              <a:rPr lang="en-US" sz="6600" b="1"/>
              <a:t>of 17:30</a:t>
            </a:r>
            <a:endParaRPr lang="bg-BG" sz="6600" b="1" dirty="0"/>
          </a:p>
        </p:txBody>
      </p:sp>
    </p:spTree>
    <p:extLst>
      <p:ext uri="{BB962C8B-B14F-4D97-AF65-F5344CB8AC3E}">
        <p14:creationId xmlns:p14="http://schemas.microsoft.com/office/powerpoint/2010/main" val="190979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3B83A-F8FE-4DD8-BED3-BDE6042B3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This Module (M2)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75CBE8-33F2-4004-9ED3-779FE9FA85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Topics and Lab Infrastructure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349C5-1F7B-4C4D-95BF-AD3393B4B1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60200" y="6397625"/>
            <a:ext cx="428625" cy="307975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Console Deep Dive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Getting Help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Files and Folders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Users and Groups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Access Rights</a:t>
            </a:r>
          </a:p>
          <a:p>
            <a:pPr marL="0" indent="0">
              <a:lnSpc>
                <a:spcPts val="4000"/>
              </a:lnSpc>
              <a:buNone/>
            </a:pPr>
            <a:endParaRPr lang="en-US" dirty="0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 descr="A drawing of a cartoon character&#10;&#10;Description generated with high confidence">
            <a:extLst>
              <a:ext uri="{FF2B5EF4-FFF2-40B4-BE49-F238E27FC236}">
                <a16:creationId xmlns:a16="http://schemas.microsoft.com/office/drawing/2014/main" id="{8A4321C1-0DAC-40C4-A4A0-54B7CB929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23072" y="1371600"/>
            <a:ext cx="3572162" cy="438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8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B8DDC8-6397-415E-BD3E-3A4DB9C530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156" b="37778"/>
          <a:stretch/>
        </p:blipFill>
        <p:spPr>
          <a:xfrm>
            <a:off x="1979612" y="1676400"/>
            <a:ext cx="8229600" cy="4267200"/>
          </a:xfrm>
          <a:prstGeom prst="rect">
            <a:avLst/>
          </a:prstGeom>
        </p:spPr>
      </p:pic>
      <p:sp>
        <p:nvSpPr>
          <p:cNvPr id="148" name="Shape 1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07972" tIns="35991" rIns="107972" bIns="35991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F3BE60"/>
              </a:buClr>
              <a:buSzPts val="4000"/>
            </a:pPr>
            <a:r>
              <a:rPr lang="en-US" dirty="0"/>
              <a:t>Lab Infrastructure</a:t>
            </a:r>
            <a:endParaRPr dirty="0"/>
          </a:p>
        </p:txBody>
      </p:sp>
      <p:sp>
        <p:nvSpPr>
          <p:cNvPr id="146" name="Shape 146"/>
          <p:cNvSpPr txBox="1">
            <a:spLocks noGrp="1"/>
          </p:cNvSpPr>
          <p:nvPr>
            <p:ph type="sldNum" sz="quarter" idx="1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35991" tIns="35991" rIns="35991" bIns="35991" rtlCol="0" anchor="ctr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/>
              <a:t>8</a:t>
            </a:fld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86CCDBF-6F30-4C9B-87E5-EE36F913205C}"/>
              </a:ext>
            </a:extLst>
          </p:cNvPr>
          <p:cNvSpPr/>
          <p:nvPr/>
        </p:nvSpPr>
        <p:spPr bwMode="auto">
          <a:xfrm>
            <a:off x="5408612" y="1295400"/>
            <a:ext cx="2672165" cy="2672165"/>
          </a:xfrm>
          <a:prstGeom prst="ellipse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99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22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12B36-7416-411E-BF5C-6969B1FB5C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Environment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D795C-68AA-4652-A9A4-2C2928D2A5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Definitions and Tools</a:t>
            </a:r>
          </a:p>
        </p:txBody>
      </p:sp>
    </p:spTree>
    <p:extLst>
      <p:ext uri="{BB962C8B-B14F-4D97-AF65-F5344CB8AC3E}">
        <p14:creationId xmlns:p14="http://schemas.microsoft.com/office/powerpoint/2010/main" val="5450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Sets the </a:t>
            </a:r>
            <a:r>
              <a:rPr lang="en-US" b="1" dirty="0">
                <a:solidFill>
                  <a:srgbClr val="FFC000"/>
                </a:solidFill>
              </a:rPr>
              <a:t>operational conditions</a:t>
            </a:r>
          </a:p>
          <a:p>
            <a:pPr>
              <a:lnSpc>
                <a:spcPct val="100000"/>
              </a:lnSpc>
            </a:pPr>
            <a:r>
              <a:rPr lang="en-US" dirty="0"/>
              <a:t>Driven by </a:t>
            </a:r>
            <a:r>
              <a:rPr lang="en-US" b="1" dirty="0">
                <a:solidFill>
                  <a:srgbClr val="FFC000"/>
                </a:solidFill>
              </a:rPr>
              <a:t>variables</a:t>
            </a:r>
            <a:r>
              <a:rPr lang="en-US" dirty="0"/>
              <a:t> (PATH, USER, SHELL, …)</a:t>
            </a:r>
          </a:p>
          <a:p>
            <a:pPr>
              <a:lnSpc>
                <a:spcPct val="100000"/>
              </a:lnSpc>
            </a:pPr>
            <a:r>
              <a:rPr lang="en-US" dirty="0"/>
              <a:t>Set up both on </a:t>
            </a:r>
            <a:r>
              <a:rPr lang="en-US" b="1" dirty="0">
                <a:solidFill>
                  <a:srgbClr val="FFC000"/>
                </a:solidFill>
              </a:rPr>
              <a:t>system level </a:t>
            </a:r>
            <a:r>
              <a:rPr lang="en-US" dirty="0"/>
              <a:t>and </a:t>
            </a:r>
            <a:r>
              <a:rPr lang="en-US" b="1" dirty="0">
                <a:solidFill>
                  <a:srgbClr val="FFC000"/>
                </a:solidFill>
              </a:rPr>
              <a:t>per user</a:t>
            </a:r>
          </a:p>
          <a:p>
            <a:pPr>
              <a:lnSpc>
                <a:spcPct val="100000"/>
              </a:lnSpc>
            </a:pPr>
            <a:r>
              <a:rPr lang="en-US" dirty="0"/>
              <a:t>It is </a:t>
            </a:r>
            <a:r>
              <a:rPr lang="en-US" b="1" dirty="0">
                <a:solidFill>
                  <a:srgbClr val="FFC000"/>
                </a:solidFill>
              </a:rPr>
              <a:t>modifiable</a:t>
            </a:r>
            <a:r>
              <a:rPr lang="en-US" dirty="0"/>
              <a:t> by both users and processes</a:t>
            </a:r>
          </a:p>
          <a:p>
            <a:pPr>
              <a:lnSpc>
                <a:spcPct val="100000"/>
              </a:lnSpc>
            </a:pPr>
            <a:r>
              <a:rPr lang="en-US" dirty="0"/>
              <a:t>It is </a:t>
            </a:r>
            <a:r>
              <a:rPr lang="en-US" b="1" dirty="0">
                <a:solidFill>
                  <a:srgbClr val="FFC000"/>
                </a:solidFill>
              </a:rPr>
              <a:t>inheritable</a:t>
            </a:r>
          </a:p>
          <a:p>
            <a:pPr>
              <a:lnSpc>
                <a:spcPct val="100000"/>
              </a:lnSpc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60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General purpose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$?</a:t>
            </a:r>
            <a:r>
              <a:rPr lang="en-US" dirty="0"/>
              <a:t> =&gt; Return the exit code of last executed command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$!</a:t>
            </a:r>
            <a:r>
              <a:rPr lang="en-US" dirty="0"/>
              <a:t> =&gt; Return the PID of the last job run in background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$$</a:t>
            </a:r>
            <a:r>
              <a:rPr lang="en-US" dirty="0"/>
              <a:t> =&gt; Return the PID of the current process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$_</a:t>
            </a:r>
            <a:r>
              <a:rPr lang="en-US" dirty="0"/>
              <a:t> =&gt; Return the final argument of the previous command</a:t>
            </a:r>
          </a:p>
          <a:p>
            <a:pPr>
              <a:lnSpc>
                <a:spcPct val="100000"/>
              </a:lnSpc>
            </a:pPr>
            <a:r>
              <a:rPr lang="en-US" dirty="0"/>
              <a:t>Prompt related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$PS1 </a:t>
            </a:r>
            <a:r>
              <a:rPr lang="en-US" dirty="0"/>
              <a:t>=&gt; Regular prompt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$PS2 </a:t>
            </a:r>
            <a:r>
              <a:rPr lang="en-US" dirty="0"/>
              <a:t>=&gt; Prompt during multi-line commands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Environment Variables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Macros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4294967295"/>
          </p:nvPr>
        </p:nvGraphicFramePr>
        <p:xfrm>
          <a:off x="1923256" y="1676400"/>
          <a:ext cx="8342312" cy="456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Display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\h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Hostname until the first ‘.’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\H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</a:t>
                      </a:r>
                      <a:r>
                        <a:rPr lang="en-US" baseline="0" dirty="0"/>
                        <a:t> hostname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\t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time in 24-hour format HH:MM:SS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\A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time in 24-hour format HH:MM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\u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Username of the current user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working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</a:t>
                      </a:r>
                      <a:r>
                        <a:rPr lang="en-US" baseline="0" dirty="0"/>
                        <a:t> name of the current working directory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Command number of this command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UID=0 then it is ‘#’ otherwise it is ‘$’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48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Controls shell options. Display values of shell variables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set [options] [+/-o shell options] [arguments]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Display shell options suitable for re-use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set +o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Display all shell variable names and values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329420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Unset values and attributes of shell variables and functions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unset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unset [options] [name]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Unset single variable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unset MYVAR1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Unset multiple variables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unset -v MYVAR1 MYVAR2 MYVAR3</a:t>
            </a:r>
          </a:p>
        </p:txBody>
      </p:sp>
    </p:spTree>
    <p:extLst>
      <p:ext uri="{BB962C8B-B14F-4D97-AF65-F5344CB8AC3E}">
        <p14:creationId xmlns:p14="http://schemas.microsoft.com/office/powerpoint/2010/main" val="345298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42D8D-6E06-40CC-B772-FF8FA2E55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Command Execution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DCC22-C0AC-46A2-B32F-BB022A087A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Executable artefacts. Order of execution</a:t>
            </a:r>
          </a:p>
        </p:txBody>
      </p:sp>
    </p:spTree>
    <p:extLst>
      <p:ext uri="{BB962C8B-B14F-4D97-AF65-F5344CB8AC3E}">
        <p14:creationId xmlns:p14="http://schemas.microsoft.com/office/powerpoint/2010/main" val="114619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Executable Artefacts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047575-C231-4C78-B1BC-851C1BE01F39}"/>
              </a:ext>
            </a:extLst>
          </p:cNvPr>
          <p:cNvSpPr/>
          <p:nvPr/>
        </p:nvSpPr>
        <p:spPr bwMode="auto">
          <a:xfrm>
            <a:off x="1029652" y="2514600"/>
            <a:ext cx="3007360" cy="28194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Shell Built-in Commands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C4007D-3C5B-47A6-AF45-F9CBD4E12D0E}"/>
              </a:ext>
            </a:extLst>
          </p:cNvPr>
          <p:cNvSpPr/>
          <p:nvPr/>
        </p:nvSpPr>
        <p:spPr bwMode="auto">
          <a:xfrm>
            <a:off x="4362252" y="2514600"/>
            <a:ext cx="3007359" cy="2819399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 Commands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FE607E-1C98-4710-A007-B08ED6515970}"/>
              </a:ext>
            </a:extLst>
          </p:cNvPr>
          <p:cNvSpPr/>
          <p:nvPr/>
        </p:nvSpPr>
        <p:spPr bwMode="auto">
          <a:xfrm>
            <a:off x="7847012" y="2514599"/>
            <a:ext cx="3007359" cy="2819399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Special Types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63326B-C1BF-413D-88D8-E650D2F968A1}"/>
              </a:ext>
            </a:extLst>
          </p:cNvPr>
          <p:cNvSpPr/>
          <p:nvPr/>
        </p:nvSpPr>
        <p:spPr bwMode="auto">
          <a:xfrm>
            <a:off x="4466118" y="4648200"/>
            <a:ext cx="2799626" cy="6096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Binary Files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B0EB52-A525-48FC-A89A-070BF4AE5FAC}"/>
              </a:ext>
            </a:extLst>
          </p:cNvPr>
          <p:cNvSpPr/>
          <p:nvPr/>
        </p:nvSpPr>
        <p:spPr bwMode="auto">
          <a:xfrm>
            <a:off x="4466118" y="3944006"/>
            <a:ext cx="2799626" cy="6096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Scripts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C3BF63-2576-4AAA-919D-331EA522A95D}"/>
              </a:ext>
            </a:extLst>
          </p:cNvPr>
          <p:cNvSpPr/>
          <p:nvPr/>
        </p:nvSpPr>
        <p:spPr bwMode="auto">
          <a:xfrm>
            <a:off x="7950878" y="4648200"/>
            <a:ext cx="2799626" cy="6096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910909-03D1-4A01-A5F3-913A01866034}"/>
              </a:ext>
            </a:extLst>
          </p:cNvPr>
          <p:cNvSpPr/>
          <p:nvPr/>
        </p:nvSpPr>
        <p:spPr bwMode="auto">
          <a:xfrm>
            <a:off x="7950878" y="3944006"/>
            <a:ext cx="2799626" cy="6096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Aliases</a:t>
            </a:r>
          </a:p>
        </p:txBody>
      </p:sp>
    </p:spTree>
    <p:extLst>
      <p:ext uri="{BB962C8B-B14F-4D97-AF65-F5344CB8AC3E}">
        <p14:creationId xmlns:p14="http://schemas.microsoft.com/office/powerpoint/2010/main" val="333876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When we execute this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This is what happens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Execution (Shell’s Perspective)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17412" y="182880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dirty="0">
                <a:solidFill>
                  <a:schemeClr val="tx1"/>
                </a:solidFill>
                <a:effectLst/>
              </a:rPr>
              <a:t> ~]$ 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7412" y="3962400"/>
            <a:ext cx="1676400" cy="9144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shell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78238" y="3962400"/>
            <a:ext cx="1676400" cy="9144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fork()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78638" y="3962400"/>
            <a:ext cx="1676400" cy="9144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shell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78638" y="5410200"/>
            <a:ext cx="1676400" cy="9144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shell copy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15325" y="5410200"/>
            <a:ext cx="1676400" cy="9144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exec(ls)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52012" y="5410200"/>
            <a:ext cx="1676400" cy="9144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ls</a:t>
            </a:r>
            <a:endParaRPr lang="bg-BG" sz="28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6" idx="3"/>
            <a:endCxn id="7" idx="1"/>
          </p:cNvCxnSpPr>
          <p:nvPr/>
        </p:nvCxnSpPr>
        <p:spPr>
          <a:xfrm>
            <a:off x="2193812" y="4419600"/>
            <a:ext cx="584426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3"/>
            <a:endCxn id="8" idx="1"/>
          </p:cNvCxnSpPr>
          <p:nvPr/>
        </p:nvCxnSpPr>
        <p:spPr>
          <a:xfrm>
            <a:off x="4454638" y="4419600"/>
            <a:ext cx="624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7" idx="3"/>
            <a:endCxn id="9" idx="1"/>
          </p:cNvCxnSpPr>
          <p:nvPr/>
        </p:nvCxnSpPr>
        <p:spPr>
          <a:xfrm>
            <a:off x="4454638" y="4419600"/>
            <a:ext cx="624000" cy="1447800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3"/>
            <a:endCxn id="10" idx="1"/>
          </p:cNvCxnSpPr>
          <p:nvPr/>
        </p:nvCxnSpPr>
        <p:spPr>
          <a:xfrm>
            <a:off x="6755038" y="5867400"/>
            <a:ext cx="660287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0" idx="3"/>
            <a:endCxn id="11" idx="1"/>
          </p:cNvCxnSpPr>
          <p:nvPr/>
        </p:nvCxnSpPr>
        <p:spPr>
          <a:xfrm>
            <a:off x="9091725" y="5867400"/>
            <a:ext cx="660287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02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Sourcing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 subshell is created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Any variables set become part of the environment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Methods: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 script.sh </a:t>
            </a:r>
            <a:r>
              <a:rPr lang="en-US" dirty="0"/>
              <a:t>or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source script.sh</a:t>
            </a:r>
          </a:p>
          <a:p>
            <a:pPr>
              <a:lnSpc>
                <a:spcPct val="100000"/>
              </a:lnSpc>
            </a:pPr>
            <a:r>
              <a:rPr lang="en-US" b="1" dirty="0"/>
              <a:t>Execution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Subshell is </a:t>
            </a:r>
            <a:r>
              <a:rPr lang="en-US" b="1" dirty="0">
                <a:solidFill>
                  <a:schemeClr val="bg1"/>
                </a:solidFill>
              </a:rPr>
              <a:t>always</a:t>
            </a:r>
            <a:r>
              <a:rPr lang="en-US" dirty="0"/>
              <a:t> created (except for the built-in commands)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 subshell if using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 ./script.sh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Sourcing vs. Execution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56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</a:t>
            </a:r>
            <a:r>
              <a:rPr lang="bg-BG" dirty="0"/>
              <a:t>(</a:t>
            </a:r>
            <a:r>
              <a:rPr lang="en-US" dirty="0"/>
              <a:t>Search) Order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7847012" y="1408523"/>
            <a:ext cx="2790842" cy="6858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Alias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847012" y="2497406"/>
            <a:ext cx="2790842" cy="6858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Function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857993" y="3586289"/>
            <a:ext cx="2790842" cy="6858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Built-in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847012" y="4659584"/>
            <a:ext cx="2790842" cy="6858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Hash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847009" y="5742040"/>
            <a:ext cx="2790842" cy="6858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PATH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33" name="Down Arrow 32"/>
          <p:cNvSpPr/>
          <p:nvPr/>
        </p:nvSpPr>
        <p:spPr>
          <a:xfrm>
            <a:off x="9006693" y="2138884"/>
            <a:ext cx="471479" cy="304800"/>
          </a:xfrm>
          <a:prstGeom prst="down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grpSp>
        <p:nvGrpSpPr>
          <p:cNvPr id="64" name="Group 63"/>
          <p:cNvGrpSpPr/>
          <p:nvPr/>
        </p:nvGrpSpPr>
        <p:grpSpPr>
          <a:xfrm>
            <a:off x="379412" y="1443874"/>
            <a:ext cx="6364288" cy="685801"/>
            <a:chOff x="379412" y="1443874"/>
            <a:chExt cx="6364288" cy="685801"/>
          </a:xfrm>
        </p:grpSpPr>
        <p:sp>
          <p:nvSpPr>
            <p:cNvPr id="14" name="Text Placeholder 5"/>
            <p:cNvSpPr txBox="1">
              <a:spLocks/>
            </p:cNvSpPr>
            <p:nvPr/>
          </p:nvSpPr>
          <p:spPr>
            <a:xfrm>
              <a:off x="379412" y="1443874"/>
              <a:ext cx="6364288" cy="685801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vert="horz" wrap="square" lIns="144000" tIns="72000" rIns="144000" bIns="72000" rtlCol="0" anchor="t" anchorCtr="0">
              <a:noAutofit/>
            </a:bodyPr>
            <a:lstStyle>
              <a:lvl1pPr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defRPr>
              </a:lvl1pPr>
              <a:lvl2pPr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/>
              </a:lvl2pPr>
              <a:lvl3pPr marL="914240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/>
              </a:lvl3pPr>
              <a:lvl4pPr marL="1218987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/>
              </a:lvl4pPr>
              <a:lvl5pPr marL="1523733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/>
              </a:lvl5pPr>
              <a:lvl6pPr marL="182848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6pPr>
              <a:lvl7pPr marL="2133227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7pPr>
              <a:lvl8pPr marL="2437972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8pPr>
              <a:lvl9pPr marL="274272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9pPr>
            </a:lstStyle>
            <a:p>
              <a:r>
                <a:rPr lang="en-US" sz="3000" b="0" dirty="0">
                  <a:solidFill>
                    <a:schemeClr val="tx1"/>
                  </a:solidFill>
                  <a:effectLst/>
                </a:rPr>
                <a:t>[</a:t>
              </a:r>
              <a:r>
                <a:rPr lang="en-US" sz="3000" b="0" dirty="0" err="1">
                  <a:solidFill>
                    <a:schemeClr val="tx1"/>
                  </a:solidFill>
                  <a:effectLst/>
                </a:rPr>
                <a:t>user@host</a:t>
              </a:r>
              <a:r>
                <a:rPr lang="en-US" sz="3000" b="0" dirty="0">
                  <a:solidFill>
                    <a:schemeClr val="tx1"/>
                  </a:solidFill>
                  <a:effectLst/>
                </a:rPr>
                <a:t> ~]$ </a:t>
              </a:r>
              <a:r>
                <a:rPr lang="en-US" sz="3000" dirty="0" err="1">
                  <a:solidFill>
                    <a:schemeClr val="tx1"/>
                  </a:solidFill>
                  <a:effectLst/>
                </a:rPr>
                <a:t>ls</a:t>
              </a:r>
              <a:endParaRPr lang="en-US" sz="3000" dirty="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6170612" y="1568804"/>
              <a:ext cx="495397" cy="4953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1</a:t>
              </a:r>
              <a:endParaRPr lang="bg-BG" sz="2800" b="1" dirty="0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84894" y="2555128"/>
            <a:ext cx="6364288" cy="2162178"/>
            <a:chOff x="384894" y="2555128"/>
            <a:chExt cx="6364288" cy="2162178"/>
          </a:xfrm>
        </p:grpSpPr>
        <p:sp>
          <p:nvSpPr>
            <p:cNvPr id="15" name="Text Placeholder 5"/>
            <p:cNvSpPr txBox="1">
              <a:spLocks/>
            </p:cNvSpPr>
            <p:nvPr/>
          </p:nvSpPr>
          <p:spPr>
            <a:xfrm>
              <a:off x="384894" y="2555128"/>
              <a:ext cx="6364288" cy="2162178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vert="horz" wrap="square" lIns="144000" tIns="72000" rIns="144000" bIns="72000" rtlCol="0" anchor="t" anchorCtr="0">
              <a:noAutofit/>
            </a:bodyPr>
            <a:lstStyle>
              <a:lvl1pPr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defRPr>
              </a:lvl1pPr>
              <a:lvl2pPr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/>
              </a:lvl2pPr>
              <a:lvl3pPr marL="914240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/>
              </a:lvl3pPr>
              <a:lvl4pPr marL="1218987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/>
              </a:lvl4pPr>
              <a:lvl5pPr marL="1523733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/>
              </a:lvl5pPr>
              <a:lvl6pPr marL="182848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6pPr>
              <a:lvl7pPr marL="2133227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7pPr>
              <a:lvl8pPr marL="2437972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8pPr>
              <a:lvl9pPr marL="274272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9pPr>
            </a:lstStyle>
            <a:p>
              <a:r>
                <a:rPr lang="en-US" sz="3000" b="0" dirty="0">
                  <a:solidFill>
                    <a:schemeClr val="tx1"/>
                  </a:solidFill>
                  <a:effectLst/>
                </a:rPr>
                <a:t>...</a:t>
              </a:r>
            </a:p>
            <a:p>
              <a:r>
                <a:rPr lang="en-US" sz="3000" b="0" dirty="0">
                  <a:solidFill>
                    <a:schemeClr val="tx1"/>
                  </a:solidFill>
                  <a:effectLst/>
                </a:rPr>
                <a:t>file100   file200   ...</a:t>
              </a:r>
            </a:p>
            <a:p>
              <a:r>
                <a:rPr lang="en-US" sz="3000" b="0" dirty="0">
                  <a:solidFill>
                    <a:schemeClr val="tx1"/>
                  </a:solidFill>
                  <a:effectLst/>
                </a:rPr>
                <a:t>...</a:t>
              </a:r>
            </a:p>
            <a:p>
              <a:r>
                <a:rPr lang="en-US" sz="3000" b="0" dirty="0">
                  <a:solidFill>
                    <a:schemeClr val="tx1"/>
                  </a:solidFill>
                  <a:effectLst/>
                </a:rPr>
                <a:t>[</a:t>
              </a:r>
              <a:r>
                <a:rPr lang="en-US" sz="3000" b="0" dirty="0" err="1">
                  <a:solidFill>
                    <a:schemeClr val="tx1"/>
                  </a:solidFill>
                  <a:effectLst/>
                </a:rPr>
                <a:t>user@host</a:t>
              </a:r>
              <a:r>
                <a:rPr lang="en-US" sz="3000" b="0" dirty="0">
                  <a:solidFill>
                    <a:schemeClr val="tx1"/>
                  </a:solidFill>
                  <a:effectLst/>
                </a:rPr>
                <a:t> ~]$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6170611" y="4152803"/>
              <a:ext cx="495397" cy="4953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  <a:endParaRPr lang="bg-BG" sz="2800" b="1" dirty="0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79412" y="5142759"/>
            <a:ext cx="6364288" cy="1274274"/>
            <a:chOff x="379412" y="5142759"/>
            <a:chExt cx="6364288" cy="1274274"/>
          </a:xfrm>
        </p:grpSpPr>
        <p:sp>
          <p:nvSpPr>
            <p:cNvPr id="16" name="Text Placeholder 5"/>
            <p:cNvSpPr txBox="1">
              <a:spLocks/>
            </p:cNvSpPr>
            <p:nvPr/>
          </p:nvSpPr>
          <p:spPr>
            <a:xfrm>
              <a:off x="379412" y="5142759"/>
              <a:ext cx="6364288" cy="1274274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vert="horz" wrap="square" lIns="144000" tIns="72000" rIns="144000" bIns="72000" rtlCol="0" anchor="t" anchorCtr="0">
              <a:noAutofit/>
            </a:bodyPr>
            <a:lstStyle>
              <a:lvl1pPr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defRPr>
              </a:lvl1pPr>
              <a:lvl2pPr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/>
              </a:lvl2pPr>
              <a:lvl3pPr marL="914240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/>
              </a:lvl3pPr>
              <a:lvl4pPr marL="1218987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/>
              </a:lvl4pPr>
              <a:lvl5pPr marL="1523733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/>
              </a:lvl5pPr>
              <a:lvl6pPr marL="182848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6pPr>
              <a:lvl7pPr marL="2133227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7pPr>
              <a:lvl8pPr marL="2437972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8pPr>
              <a:lvl9pPr marL="274272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9pPr>
            </a:lstStyle>
            <a:p>
              <a:r>
                <a:rPr lang="en-US" sz="3000" b="0" dirty="0">
                  <a:solidFill>
                    <a:schemeClr val="tx1"/>
                  </a:solidFill>
                  <a:effectLst/>
                </a:rPr>
                <a:t>-bash: </a:t>
              </a:r>
              <a:r>
                <a:rPr lang="en-US" sz="3000" b="0" dirty="0" err="1">
                  <a:solidFill>
                    <a:schemeClr val="tx1"/>
                  </a:solidFill>
                  <a:effectLst/>
                </a:rPr>
                <a:t>ls</a:t>
              </a:r>
              <a:r>
                <a:rPr lang="en-US" sz="3000" b="0" dirty="0">
                  <a:solidFill>
                    <a:schemeClr val="tx1"/>
                  </a:solidFill>
                  <a:effectLst/>
                </a:rPr>
                <a:t>: command not found</a:t>
              </a:r>
            </a:p>
            <a:p>
              <a:r>
                <a:rPr lang="en-US" sz="3000" b="0" dirty="0">
                  <a:solidFill>
                    <a:schemeClr val="tx1"/>
                  </a:solidFill>
                  <a:effectLst/>
                </a:rPr>
                <a:t>[</a:t>
              </a:r>
              <a:r>
                <a:rPr lang="en-US" sz="3000" b="0" dirty="0" err="1">
                  <a:solidFill>
                    <a:schemeClr val="tx1"/>
                  </a:solidFill>
                  <a:effectLst/>
                </a:rPr>
                <a:t>user@host</a:t>
              </a:r>
              <a:r>
                <a:rPr lang="en-US" sz="3000" b="0" dirty="0">
                  <a:solidFill>
                    <a:schemeClr val="tx1"/>
                  </a:solidFill>
                  <a:effectLst/>
                </a:rPr>
                <a:t> ~]$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170610" y="5863049"/>
              <a:ext cx="495397" cy="4953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3</a:t>
              </a:r>
              <a:endParaRPr lang="bg-BG" sz="2800" b="1" dirty="0"/>
            </a:p>
          </p:txBody>
        </p:sp>
      </p:grpSp>
      <p:sp>
        <p:nvSpPr>
          <p:cNvPr id="40" name="Down Arrow 39"/>
          <p:cNvSpPr/>
          <p:nvPr/>
        </p:nvSpPr>
        <p:spPr>
          <a:xfrm>
            <a:off x="9017674" y="3224553"/>
            <a:ext cx="471479" cy="304800"/>
          </a:xfrm>
          <a:prstGeom prst="down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41" name="Down Arrow 40"/>
          <p:cNvSpPr/>
          <p:nvPr/>
        </p:nvSpPr>
        <p:spPr>
          <a:xfrm>
            <a:off x="9006692" y="4308425"/>
            <a:ext cx="471479" cy="304800"/>
          </a:xfrm>
          <a:prstGeom prst="down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42" name="Down Arrow 41"/>
          <p:cNvSpPr/>
          <p:nvPr/>
        </p:nvSpPr>
        <p:spPr>
          <a:xfrm>
            <a:off x="9006691" y="5391312"/>
            <a:ext cx="471479" cy="304800"/>
          </a:xfrm>
          <a:prstGeom prst="down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grpSp>
        <p:nvGrpSpPr>
          <p:cNvPr id="48" name="Group 47"/>
          <p:cNvGrpSpPr/>
          <p:nvPr/>
        </p:nvGrpSpPr>
        <p:grpSpPr>
          <a:xfrm>
            <a:off x="10799668" y="1503724"/>
            <a:ext cx="981155" cy="495397"/>
            <a:chOff x="10818813" y="1503723"/>
            <a:chExt cx="981155" cy="495397"/>
          </a:xfrm>
          <a:solidFill>
            <a:schemeClr val="accent6"/>
          </a:solidFill>
        </p:grpSpPr>
        <p:sp>
          <p:nvSpPr>
            <p:cNvPr id="43" name="Down Arrow 42"/>
            <p:cNvSpPr/>
            <p:nvPr/>
          </p:nvSpPr>
          <p:spPr>
            <a:xfrm rot="16200000">
              <a:off x="10735473" y="1599022"/>
              <a:ext cx="471479" cy="304800"/>
            </a:xfrm>
            <a:prstGeom prst="downArrow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2800"/>
            </a:p>
          </p:txBody>
        </p:sp>
        <p:sp>
          <p:nvSpPr>
            <p:cNvPr id="45" name="Oval 44"/>
            <p:cNvSpPr/>
            <p:nvPr/>
          </p:nvSpPr>
          <p:spPr>
            <a:xfrm>
              <a:off x="11304571" y="1503723"/>
              <a:ext cx="495397" cy="495397"/>
            </a:xfrm>
            <a:prstGeom prst="ellips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  <a:endParaRPr lang="bg-BG" sz="2800" b="1" dirty="0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10799668" y="2592607"/>
            <a:ext cx="981155" cy="495397"/>
            <a:chOff x="10818813" y="1503723"/>
            <a:chExt cx="981155" cy="495397"/>
          </a:xfrm>
          <a:solidFill>
            <a:schemeClr val="accent6"/>
          </a:solidFill>
        </p:grpSpPr>
        <p:sp>
          <p:nvSpPr>
            <p:cNvPr id="52" name="Down Arrow 51"/>
            <p:cNvSpPr/>
            <p:nvPr/>
          </p:nvSpPr>
          <p:spPr>
            <a:xfrm rot="16200000">
              <a:off x="10735473" y="1599022"/>
              <a:ext cx="471479" cy="304800"/>
            </a:xfrm>
            <a:prstGeom prst="downArrow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2800"/>
            </a:p>
          </p:txBody>
        </p:sp>
        <p:sp>
          <p:nvSpPr>
            <p:cNvPr id="53" name="Oval 52"/>
            <p:cNvSpPr/>
            <p:nvPr/>
          </p:nvSpPr>
          <p:spPr>
            <a:xfrm>
              <a:off x="11304571" y="1503723"/>
              <a:ext cx="495397" cy="495397"/>
            </a:xfrm>
            <a:prstGeom prst="ellips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  <a:endParaRPr lang="bg-BG" sz="2800" b="1" dirty="0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0799668" y="3681490"/>
            <a:ext cx="981155" cy="495397"/>
            <a:chOff x="10818813" y="1503723"/>
            <a:chExt cx="981155" cy="495397"/>
          </a:xfrm>
          <a:solidFill>
            <a:schemeClr val="accent6"/>
          </a:solidFill>
        </p:grpSpPr>
        <p:sp>
          <p:nvSpPr>
            <p:cNvPr id="55" name="Down Arrow 54"/>
            <p:cNvSpPr/>
            <p:nvPr/>
          </p:nvSpPr>
          <p:spPr>
            <a:xfrm rot="16200000">
              <a:off x="10735473" y="1599022"/>
              <a:ext cx="471479" cy="304800"/>
            </a:xfrm>
            <a:prstGeom prst="downArrow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2800"/>
            </a:p>
          </p:txBody>
        </p:sp>
        <p:sp>
          <p:nvSpPr>
            <p:cNvPr id="56" name="Oval 55"/>
            <p:cNvSpPr/>
            <p:nvPr/>
          </p:nvSpPr>
          <p:spPr>
            <a:xfrm>
              <a:off x="11304571" y="1503723"/>
              <a:ext cx="495397" cy="495397"/>
            </a:xfrm>
            <a:prstGeom prst="ellips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  <a:endParaRPr lang="bg-BG" sz="2800" b="1" dirty="0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0799668" y="4751180"/>
            <a:ext cx="981155" cy="495397"/>
            <a:chOff x="10818813" y="1503723"/>
            <a:chExt cx="981155" cy="495397"/>
          </a:xfrm>
          <a:solidFill>
            <a:schemeClr val="accent6"/>
          </a:solidFill>
        </p:grpSpPr>
        <p:sp>
          <p:nvSpPr>
            <p:cNvPr id="58" name="Down Arrow 57"/>
            <p:cNvSpPr/>
            <p:nvPr/>
          </p:nvSpPr>
          <p:spPr>
            <a:xfrm rot="16200000">
              <a:off x="10735473" y="1599022"/>
              <a:ext cx="471479" cy="304800"/>
            </a:xfrm>
            <a:prstGeom prst="downArrow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2800"/>
            </a:p>
          </p:txBody>
        </p:sp>
        <p:sp>
          <p:nvSpPr>
            <p:cNvPr id="59" name="Oval 58"/>
            <p:cNvSpPr/>
            <p:nvPr/>
          </p:nvSpPr>
          <p:spPr>
            <a:xfrm>
              <a:off x="11304571" y="1503723"/>
              <a:ext cx="495397" cy="495397"/>
            </a:xfrm>
            <a:prstGeom prst="ellips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  <a:endParaRPr lang="bg-BG" sz="2800" b="1" dirty="0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10813236" y="5618992"/>
            <a:ext cx="967587" cy="906010"/>
            <a:chOff x="10813236" y="5618992"/>
            <a:chExt cx="967587" cy="906010"/>
          </a:xfrm>
          <a:solidFill>
            <a:schemeClr val="accent6"/>
          </a:solidFill>
        </p:grpSpPr>
        <p:sp>
          <p:nvSpPr>
            <p:cNvPr id="61" name="Down Arrow 60"/>
            <p:cNvSpPr/>
            <p:nvPr/>
          </p:nvSpPr>
          <p:spPr>
            <a:xfrm rot="16200000">
              <a:off x="10729896" y="5928128"/>
              <a:ext cx="471479" cy="304800"/>
            </a:xfrm>
            <a:prstGeom prst="downArrow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2800"/>
            </a:p>
          </p:txBody>
        </p:sp>
        <p:sp>
          <p:nvSpPr>
            <p:cNvPr id="62" name="Oval 61"/>
            <p:cNvSpPr/>
            <p:nvPr/>
          </p:nvSpPr>
          <p:spPr>
            <a:xfrm>
              <a:off x="11285426" y="5618992"/>
              <a:ext cx="495397" cy="495397"/>
            </a:xfrm>
            <a:prstGeom prst="ellips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  <a:endParaRPr lang="bg-BG" sz="2800" b="1" dirty="0"/>
            </a:p>
          </p:txBody>
        </p:sp>
        <p:sp>
          <p:nvSpPr>
            <p:cNvPr id="63" name="Oval 62"/>
            <p:cNvSpPr/>
            <p:nvPr/>
          </p:nvSpPr>
          <p:spPr>
            <a:xfrm>
              <a:off x="11285426" y="6029605"/>
              <a:ext cx="495397" cy="495397"/>
            </a:xfrm>
            <a:prstGeom prst="ellips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3</a:t>
              </a:r>
              <a:endParaRPr lang="bg-BG" sz="2800" b="1" dirty="0"/>
            </a:p>
          </p:txBody>
        </p:sp>
      </p:grpSp>
      <p:sp>
        <p:nvSpPr>
          <p:cNvPr id="3" name="Down Arrow 2"/>
          <p:cNvSpPr/>
          <p:nvPr/>
        </p:nvSpPr>
        <p:spPr>
          <a:xfrm>
            <a:off x="4463182" y="1926702"/>
            <a:ext cx="609600" cy="831399"/>
          </a:xfrm>
          <a:prstGeom prst="down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6" name="Down Arrow 5"/>
          <p:cNvSpPr/>
          <p:nvPr/>
        </p:nvSpPr>
        <p:spPr>
          <a:xfrm>
            <a:off x="5517909" y="1926703"/>
            <a:ext cx="663684" cy="3418682"/>
          </a:xfrm>
          <a:prstGeom prst="downArrow">
            <a:avLst/>
          </a:prstGeom>
          <a:solidFill>
            <a:schemeClr val="accent6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</p:spTree>
    <p:extLst>
      <p:ext uri="{BB962C8B-B14F-4D97-AF65-F5344CB8AC3E}">
        <p14:creationId xmlns:p14="http://schemas.microsoft.com/office/powerpoint/2010/main" val="292532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0" grpId="0" animBg="1"/>
      <p:bldP spid="41" grpId="0" animBg="1"/>
      <p:bldP spid="42" grpId="0" animBg="1"/>
      <p:bldP spid="3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Force Built-in Usage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Set Explicit Path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Ignore Aliases and Functions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Ignore Just Aliases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the Order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68324" y="1752600"/>
            <a:ext cx="11049000" cy="68580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builtin</a:t>
            </a:r>
            <a:r>
              <a:rPr lang="en-US" sz="3000" dirty="0">
                <a:solidFill>
                  <a:schemeClr val="tx1"/>
                </a:solidFill>
                <a:effectLst/>
              </a:rPr>
              <a:t> test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152260"/>
            <a:ext cx="11049000" cy="68580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/bin/test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568324" y="4495730"/>
            <a:ext cx="11049000" cy="68580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command test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5839198"/>
            <a:ext cx="11049000" cy="68580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\test</a:t>
            </a:r>
          </a:p>
        </p:txBody>
      </p:sp>
    </p:spTree>
    <p:extLst>
      <p:ext uri="{BB962C8B-B14F-4D97-AF65-F5344CB8AC3E}">
        <p14:creationId xmlns:p14="http://schemas.microsoft.com/office/powerpoint/2010/main" val="188141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Remember or display program locations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hash [options] [name]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Display re-usable list of program locations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hash -l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Add a program location to the list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hash -p /bin/ping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ping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748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Display manual page description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whatis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whatis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name [name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Display information about ls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whatis</a:t>
            </a:r>
            <a:r>
              <a:rPr lang="en-US" sz="3000" dirty="0">
                <a:solidFill>
                  <a:schemeClr val="tx1"/>
                </a:solidFill>
                <a:effectLst/>
              </a:rPr>
              <a:t> ls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Display information about multiple commands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whatis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pwd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uname</a:t>
            </a:r>
            <a:r>
              <a:rPr lang="en-US" sz="3000" dirty="0">
                <a:solidFill>
                  <a:schemeClr val="tx1"/>
                </a:solidFill>
                <a:effectLst/>
              </a:rPr>
              <a:t> alias</a:t>
            </a:r>
          </a:p>
        </p:txBody>
      </p:sp>
    </p:spTree>
    <p:extLst>
      <p:ext uri="{BB962C8B-B14F-4D97-AF65-F5344CB8AC3E}">
        <p14:creationId xmlns:p14="http://schemas.microsoft.com/office/powerpoint/2010/main" val="374740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Locate the binary, source, and man page files for a command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whereis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whereis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name [name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Display all files for a command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whereis</a:t>
            </a:r>
            <a:r>
              <a:rPr lang="en-US" sz="3000" dirty="0">
                <a:solidFill>
                  <a:schemeClr val="tx1"/>
                </a:solidFill>
                <a:effectLst/>
              </a:rPr>
              <a:t> ls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Display only binary file information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whereis</a:t>
            </a:r>
            <a:r>
              <a:rPr lang="en-US" sz="3000" dirty="0">
                <a:solidFill>
                  <a:schemeClr val="tx1"/>
                </a:solidFill>
                <a:effectLst/>
              </a:rPr>
              <a:t> -b ls</a:t>
            </a:r>
          </a:p>
        </p:txBody>
      </p:sp>
    </p:spTree>
    <p:extLst>
      <p:ext uri="{BB962C8B-B14F-4D97-AF65-F5344CB8AC3E}">
        <p14:creationId xmlns:p14="http://schemas.microsoft.com/office/powerpoint/2010/main" val="415791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Show the full path of (shell) commands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which [options] name [name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what would have been executed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which cd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all matching executables in PATH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which -a cd</a:t>
            </a:r>
          </a:p>
        </p:txBody>
      </p:sp>
    </p:spTree>
    <p:extLst>
      <p:ext uri="{BB962C8B-B14F-4D97-AF65-F5344CB8AC3E}">
        <p14:creationId xmlns:p14="http://schemas.microsoft.com/office/powerpoint/2010/main" val="36714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Display information about command type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type [options] name [name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everything about a single command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type -a ls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information about multiple commands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type cd ls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pwd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5100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Define or display aliases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alias [-p] [name[=value]]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all aliases in re-usable format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alias -p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Define new alias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alias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si</a:t>
            </a:r>
            <a:r>
              <a:rPr lang="en-US" sz="3000" dirty="0">
                <a:solidFill>
                  <a:schemeClr val="tx1"/>
                </a:solidFill>
                <a:effectLst/>
              </a:rPr>
              <a:t>='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uname</a:t>
            </a:r>
            <a:r>
              <a:rPr lang="en-US" sz="3000" dirty="0">
                <a:solidFill>
                  <a:schemeClr val="tx1"/>
                </a:solidFill>
                <a:effectLst/>
              </a:rPr>
              <a:t> -a'</a:t>
            </a:r>
          </a:p>
        </p:txBody>
      </p:sp>
    </p:spTree>
    <p:extLst>
      <p:ext uri="{BB962C8B-B14F-4D97-AF65-F5344CB8AC3E}">
        <p14:creationId xmlns:p14="http://schemas.microsoft.com/office/powerpoint/2010/main" val="7218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Remove alias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unalias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unalias [-a] name [name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Remove all aliases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unalias -a 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Remove two aliases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unalias ls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ll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544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Set export attribute for shell variables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2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2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2000" dirty="0">
                <a:solidFill>
                  <a:schemeClr val="tx1"/>
                </a:solidFill>
                <a:effectLst/>
              </a:rPr>
              <a:t>export MYVAR=100</a:t>
            </a:r>
          </a:p>
          <a:p>
            <a:r>
              <a:rPr lang="en-US" sz="2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2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2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2000" dirty="0">
                <a:solidFill>
                  <a:schemeClr val="tx1"/>
                </a:solidFill>
                <a:effectLst/>
              </a:rPr>
              <a:t>bash</a:t>
            </a:r>
          </a:p>
          <a:p>
            <a:r>
              <a:rPr lang="en-US" sz="2000" b="0" dirty="0">
                <a:solidFill>
                  <a:schemeClr val="bg1"/>
                </a:solidFill>
                <a:effectLst/>
              </a:rPr>
              <a:t>[</a:t>
            </a:r>
            <a:r>
              <a:rPr lang="en-US" sz="2000" b="0" dirty="0" err="1">
                <a:solidFill>
                  <a:schemeClr val="bg1"/>
                </a:solidFill>
                <a:effectLst/>
              </a:rPr>
              <a:t>user@host</a:t>
            </a:r>
            <a:r>
              <a:rPr lang="en-US" sz="2000" b="0" dirty="0">
                <a:solidFill>
                  <a:schemeClr val="bg1"/>
                </a:solidFill>
                <a:effectLst/>
              </a:rPr>
              <a:t> ~]$ </a:t>
            </a:r>
            <a:r>
              <a:rPr lang="en-US" sz="2000" dirty="0">
                <a:solidFill>
                  <a:schemeClr val="bg1"/>
                </a:solidFill>
                <a:effectLst/>
              </a:rPr>
              <a:t>echo $MYVAR</a:t>
            </a:r>
          </a:p>
          <a:p>
            <a:r>
              <a:rPr lang="en-US" sz="2000" b="0" dirty="0">
                <a:solidFill>
                  <a:schemeClr val="bg1"/>
                </a:solidFill>
                <a:effectLst/>
              </a:rPr>
              <a:t>100</a:t>
            </a:r>
          </a:p>
          <a:p>
            <a:r>
              <a:rPr lang="en-US" sz="2000" b="0" dirty="0">
                <a:solidFill>
                  <a:schemeClr val="bg1"/>
                </a:solidFill>
                <a:effectLst/>
              </a:rPr>
              <a:t>[</a:t>
            </a:r>
            <a:r>
              <a:rPr lang="en-US" sz="2000" b="0" dirty="0" err="1">
                <a:solidFill>
                  <a:schemeClr val="bg1"/>
                </a:solidFill>
                <a:effectLst/>
              </a:rPr>
              <a:t>user@host</a:t>
            </a:r>
            <a:r>
              <a:rPr lang="en-US" sz="2000" b="0" dirty="0">
                <a:solidFill>
                  <a:schemeClr val="bg1"/>
                </a:solidFill>
                <a:effectLst/>
              </a:rPr>
              <a:t> ~]$ </a:t>
            </a:r>
            <a:r>
              <a:rPr lang="en-US" sz="2000" dirty="0">
                <a:solidFill>
                  <a:schemeClr val="bg1"/>
                </a:solidFill>
                <a:effectLst/>
              </a:rPr>
              <a:t>MYVAR=200</a:t>
            </a:r>
          </a:p>
          <a:p>
            <a:r>
              <a:rPr lang="en-US" sz="2000" b="0" dirty="0">
                <a:solidFill>
                  <a:schemeClr val="bg1"/>
                </a:solidFill>
                <a:effectLst/>
              </a:rPr>
              <a:t>[</a:t>
            </a:r>
            <a:r>
              <a:rPr lang="en-US" sz="2000" b="0" dirty="0" err="1">
                <a:solidFill>
                  <a:schemeClr val="bg1"/>
                </a:solidFill>
                <a:effectLst/>
              </a:rPr>
              <a:t>user@host</a:t>
            </a:r>
            <a:r>
              <a:rPr lang="en-US" sz="2000" b="0" dirty="0">
                <a:solidFill>
                  <a:schemeClr val="bg1"/>
                </a:solidFill>
                <a:effectLst/>
              </a:rPr>
              <a:t> ~]$ </a:t>
            </a:r>
            <a:r>
              <a:rPr lang="en-US" sz="2000" dirty="0">
                <a:solidFill>
                  <a:schemeClr val="bg1"/>
                </a:solidFill>
                <a:effectLst/>
              </a:rPr>
              <a:t>echo $MYVAR</a:t>
            </a:r>
          </a:p>
          <a:p>
            <a:r>
              <a:rPr lang="en-US" sz="2000" b="0" dirty="0">
                <a:solidFill>
                  <a:schemeClr val="bg1"/>
                </a:solidFill>
                <a:effectLst/>
              </a:rPr>
              <a:t>200</a:t>
            </a:r>
          </a:p>
          <a:p>
            <a:r>
              <a:rPr lang="en-US" sz="2000" b="0" dirty="0">
                <a:solidFill>
                  <a:schemeClr val="bg1"/>
                </a:solidFill>
                <a:effectLst/>
              </a:rPr>
              <a:t>[</a:t>
            </a:r>
            <a:r>
              <a:rPr lang="en-US" sz="2000" b="0" dirty="0" err="1">
                <a:solidFill>
                  <a:schemeClr val="bg1"/>
                </a:solidFill>
                <a:effectLst/>
              </a:rPr>
              <a:t>user@host</a:t>
            </a:r>
            <a:r>
              <a:rPr lang="en-US" sz="2000" b="0" dirty="0">
                <a:solidFill>
                  <a:schemeClr val="bg1"/>
                </a:solidFill>
                <a:effectLst/>
              </a:rPr>
              <a:t> ~]$ </a:t>
            </a:r>
            <a:r>
              <a:rPr lang="en-US" sz="2000" dirty="0">
                <a:solidFill>
                  <a:schemeClr val="bg1"/>
                </a:solidFill>
                <a:effectLst/>
              </a:rPr>
              <a:t>exit</a:t>
            </a:r>
          </a:p>
          <a:p>
            <a:r>
              <a:rPr lang="en-US" sz="2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2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2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2000" dirty="0">
                <a:solidFill>
                  <a:schemeClr val="tx1"/>
                </a:solidFill>
                <a:effectLst/>
              </a:rPr>
              <a:t>echo $MYVAR</a:t>
            </a:r>
          </a:p>
          <a:p>
            <a:r>
              <a:rPr lang="en-US" sz="2000" b="0" dirty="0">
                <a:solidFill>
                  <a:schemeClr val="tx1"/>
                </a:solidFill>
                <a:effectLst/>
              </a:rPr>
              <a:t>100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856412" y="3988103"/>
            <a:ext cx="3469036" cy="1673772"/>
            <a:chOff x="6475412" y="3810000"/>
            <a:chExt cx="3469036" cy="1673772"/>
          </a:xfrm>
        </p:grpSpPr>
        <p:sp>
          <p:nvSpPr>
            <p:cNvPr id="5" name="Right Brace 4"/>
            <p:cNvSpPr/>
            <p:nvPr/>
          </p:nvSpPr>
          <p:spPr>
            <a:xfrm>
              <a:off x="6475412" y="3810000"/>
              <a:ext cx="304800" cy="1673772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972648" y="4385276"/>
              <a:ext cx="2971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Child (2-nd) shell</a:t>
              </a:r>
              <a:endParaRPr lang="bg-BG" sz="2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120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Run a program in a modified environment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env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2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22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22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2200" dirty="0">
                <a:solidFill>
                  <a:schemeClr val="tx1"/>
                </a:solidFill>
                <a:effectLst/>
              </a:rPr>
              <a:t>env MYVAR=100 PS1="CHILD:$PS1" bash</a:t>
            </a:r>
          </a:p>
          <a:p>
            <a:r>
              <a:rPr lang="en-US" sz="2200" b="0" dirty="0">
                <a:solidFill>
                  <a:schemeClr val="bg1"/>
                </a:solidFill>
                <a:effectLst/>
              </a:rPr>
              <a:t>CHILD:[</a:t>
            </a:r>
            <a:r>
              <a:rPr lang="en-US" sz="2200" b="0" dirty="0" err="1">
                <a:solidFill>
                  <a:schemeClr val="bg1"/>
                </a:solidFill>
                <a:effectLst/>
              </a:rPr>
              <a:t>user@host</a:t>
            </a:r>
            <a:r>
              <a:rPr lang="en-US" sz="2200" b="0" dirty="0">
                <a:solidFill>
                  <a:schemeClr val="bg1"/>
                </a:solidFill>
                <a:effectLst/>
              </a:rPr>
              <a:t> ~]$ </a:t>
            </a:r>
            <a:r>
              <a:rPr lang="en-US" sz="2200" dirty="0">
                <a:solidFill>
                  <a:schemeClr val="bg1"/>
                </a:solidFill>
                <a:effectLst/>
              </a:rPr>
              <a:t>echo $MYVAR</a:t>
            </a:r>
          </a:p>
          <a:p>
            <a:r>
              <a:rPr lang="en-US" sz="2200" b="0" dirty="0">
                <a:solidFill>
                  <a:schemeClr val="bg1"/>
                </a:solidFill>
                <a:effectLst/>
              </a:rPr>
              <a:t>100</a:t>
            </a:r>
          </a:p>
          <a:p>
            <a:r>
              <a:rPr lang="en-US" sz="2200" b="0" dirty="0">
                <a:solidFill>
                  <a:schemeClr val="bg1"/>
                </a:solidFill>
                <a:effectLst/>
              </a:rPr>
              <a:t>CHILD:[</a:t>
            </a:r>
            <a:r>
              <a:rPr lang="en-US" sz="2200" b="0" dirty="0" err="1">
                <a:solidFill>
                  <a:schemeClr val="bg1"/>
                </a:solidFill>
                <a:effectLst/>
              </a:rPr>
              <a:t>user@host</a:t>
            </a:r>
            <a:r>
              <a:rPr lang="en-US" sz="2200" b="0" dirty="0">
                <a:solidFill>
                  <a:schemeClr val="bg1"/>
                </a:solidFill>
                <a:effectLst/>
              </a:rPr>
              <a:t> ~]$ </a:t>
            </a:r>
            <a:r>
              <a:rPr lang="en-US" sz="2200" dirty="0">
                <a:solidFill>
                  <a:schemeClr val="bg1"/>
                </a:solidFill>
                <a:effectLst/>
              </a:rPr>
              <a:t>MYVAR=200</a:t>
            </a:r>
          </a:p>
          <a:p>
            <a:r>
              <a:rPr lang="en-US" sz="2200" b="0" dirty="0">
                <a:solidFill>
                  <a:schemeClr val="bg1"/>
                </a:solidFill>
                <a:effectLst/>
              </a:rPr>
              <a:t>CHILD:[</a:t>
            </a:r>
            <a:r>
              <a:rPr lang="en-US" sz="2200" b="0" dirty="0" err="1">
                <a:solidFill>
                  <a:schemeClr val="bg1"/>
                </a:solidFill>
                <a:effectLst/>
              </a:rPr>
              <a:t>user@host</a:t>
            </a:r>
            <a:r>
              <a:rPr lang="en-US" sz="2200" b="0" dirty="0">
                <a:solidFill>
                  <a:schemeClr val="bg1"/>
                </a:solidFill>
                <a:effectLst/>
              </a:rPr>
              <a:t> ~]$ </a:t>
            </a:r>
            <a:r>
              <a:rPr lang="en-US" sz="2200" dirty="0">
                <a:solidFill>
                  <a:schemeClr val="bg1"/>
                </a:solidFill>
                <a:effectLst/>
              </a:rPr>
              <a:t>echo $MYVAR</a:t>
            </a:r>
          </a:p>
          <a:p>
            <a:r>
              <a:rPr lang="en-US" sz="2200" b="0" dirty="0">
                <a:solidFill>
                  <a:schemeClr val="bg1"/>
                </a:solidFill>
                <a:effectLst/>
              </a:rPr>
              <a:t>200</a:t>
            </a:r>
          </a:p>
          <a:p>
            <a:r>
              <a:rPr lang="en-US" sz="2200" b="0" dirty="0">
                <a:solidFill>
                  <a:schemeClr val="bg1"/>
                </a:solidFill>
                <a:effectLst/>
              </a:rPr>
              <a:t>CHILD:[</a:t>
            </a:r>
            <a:r>
              <a:rPr lang="en-US" sz="2200" b="0" dirty="0" err="1">
                <a:solidFill>
                  <a:schemeClr val="bg1"/>
                </a:solidFill>
                <a:effectLst/>
              </a:rPr>
              <a:t>user@host</a:t>
            </a:r>
            <a:r>
              <a:rPr lang="en-US" sz="2200" b="0" dirty="0">
                <a:solidFill>
                  <a:schemeClr val="bg1"/>
                </a:solidFill>
                <a:effectLst/>
              </a:rPr>
              <a:t> ~]$ </a:t>
            </a:r>
            <a:r>
              <a:rPr lang="en-US" sz="2200" dirty="0">
                <a:solidFill>
                  <a:schemeClr val="bg1"/>
                </a:solidFill>
                <a:effectLst/>
              </a:rPr>
              <a:t>exit</a:t>
            </a:r>
          </a:p>
          <a:p>
            <a:r>
              <a:rPr lang="en-US" sz="22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22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22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2200" dirty="0">
                <a:solidFill>
                  <a:schemeClr val="tx1"/>
                </a:solidFill>
                <a:effectLst/>
              </a:rPr>
              <a:t>echo $MYVAR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84A092-DB54-4973-8B46-732BF11F78A1}"/>
              </a:ext>
            </a:extLst>
          </p:cNvPr>
          <p:cNvGrpSpPr/>
          <p:nvPr/>
        </p:nvGrpSpPr>
        <p:grpSpPr>
          <a:xfrm>
            <a:off x="6856412" y="3733800"/>
            <a:ext cx="3429000" cy="1851875"/>
            <a:chOff x="6475412" y="4128141"/>
            <a:chExt cx="3429000" cy="1851875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EEB68805-7634-4D63-8FA0-2B3F36F3727F}"/>
                </a:ext>
              </a:extLst>
            </p:cNvPr>
            <p:cNvSpPr/>
            <p:nvPr/>
          </p:nvSpPr>
          <p:spPr>
            <a:xfrm>
              <a:off x="6475412" y="4128141"/>
              <a:ext cx="304800" cy="1851875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DF080D-8D75-465A-A949-42A74D2EFD49}"/>
                </a:ext>
              </a:extLst>
            </p:cNvPr>
            <p:cNvSpPr txBox="1"/>
            <p:nvPr/>
          </p:nvSpPr>
          <p:spPr>
            <a:xfrm>
              <a:off x="6932612" y="4792468"/>
              <a:ext cx="2971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Child (2-nd) shell</a:t>
              </a:r>
              <a:endParaRPr lang="bg-BG" sz="2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50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2F46F-0006-41AB-A67F-3FA85F229D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Configuration Files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946EE-CF51-433E-A37E-FB3F00BC79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drives the BASH shell?</a:t>
            </a:r>
          </a:p>
        </p:txBody>
      </p:sp>
    </p:spTree>
    <p:extLst>
      <p:ext uri="{BB962C8B-B14F-4D97-AF65-F5344CB8AC3E}">
        <p14:creationId xmlns:p14="http://schemas.microsoft.com/office/powerpoint/2010/main" val="4074579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latinLnBrk="0">
              <a:lnSpc>
                <a:spcPct val="100000"/>
              </a:lnSpc>
              <a:buClr>
                <a:schemeClr val="tx1"/>
              </a:buClr>
            </a:pPr>
            <a:r>
              <a:rPr lang="en-US" b="1" dirty="0"/>
              <a:t>Stored</a:t>
            </a:r>
            <a:r>
              <a:rPr lang="en-US" dirty="0"/>
              <a:t> in 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endParaRPr lang="en-US" b="1" dirty="0">
              <a:solidFill>
                <a:schemeClr val="bg1"/>
              </a:solidFill>
            </a:endParaRPr>
          </a:p>
          <a:p>
            <a:pPr latinLnBrk="0">
              <a:lnSpc>
                <a:spcPct val="100000"/>
              </a:lnSpc>
              <a:buClr>
                <a:schemeClr val="tx1"/>
              </a:buClr>
            </a:pPr>
            <a:r>
              <a:rPr lang="en-US" b="1" dirty="0"/>
              <a:t>File </a:t>
            </a:r>
            <a:r>
              <a:rPr lang="en-US" b="1" dirty="0">
                <a:solidFill>
                  <a:schemeClr val="bg1"/>
                </a:solidFill>
              </a:rPr>
              <a:t>profile</a:t>
            </a:r>
          </a:p>
          <a:p>
            <a:pPr lvl="1" latinLnBrk="0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Used for </a:t>
            </a:r>
            <a:r>
              <a:rPr lang="en-US" b="1" dirty="0">
                <a:solidFill>
                  <a:schemeClr val="bg1"/>
                </a:solidFill>
              </a:rPr>
              <a:t>Environment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control and</a:t>
            </a:r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</a:rPr>
              <a:t>Startup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programs execution</a:t>
            </a:r>
          </a:p>
          <a:p>
            <a:pPr latinLnBrk="0">
              <a:lnSpc>
                <a:spcPct val="100000"/>
              </a:lnSpc>
              <a:buClr>
                <a:schemeClr val="tx1"/>
              </a:buClr>
            </a:pPr>
            <a:r>
              <a:rPr lang="en-US" b="1" dirty="0"/>
              <a:t>File</a:t>
            </a:r>
            <a:r>
              <a:rPr lang="en-US" dirty="0"/>
              <a:t> </a:t>
            </a:r>
            <a:r>
              <a:rPr lang="en-US" b="1" dirty="0" err="1">
                <a:solidFill>
                  <a:schemeClr val="bg1"/>
                </a:solidFill>
              </a:rPr>
              <a:t>bashrc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(CentOS) or </a:t>
            </a:r>
            <a:r>
              <a:rPr lang="en-US" b="1" dirty="0" err="1">
                <a:solidFill>
                  <a:schemeClr val="bg1"/>
                </a:solidFill>
              </a:rPr>
              <a:t>bash.bashrc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(openSUSE, Ubuntu)</a:t>
            </a:r>
          </a:p>
          <a:p>
            <a:pPr lvl="1" latinLnBrk="0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Used for </a:t>
            </a:r>
            <a:r>
              <a:rPr lang="en-US" b="1" dirty="0">
                <a:solidFill>
                  <a:schemeClr val="bg1"/>
                </a:solidFill>
              </a:rPr>
              <a:t>Functions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Aliases</a:t>
            </a:r>
            <a:r>
              <a:rPr lang="en-US" dirty="0"/>
              <a:t> definition</a:t>
            </a:r>
            <a:endParaRPr lang="en-US" b="1" dirty="0">
              <a:solidFill>
                <a:schemeClr val="bg1"/>
              </a:solidFill>
            </a:endParaRPr>
          </a:p>
          <a:p>
            <a:pPr latinLnBrk="0">
              <a:lnSpc>
                <a:spcPct val="100000"/>
              </a:lnSpc>
              <a:buClr>
                <a:schemeClr val="tx1"/>
              </a:buClr>
            </a:pPr>
            <a:r>
              <a:rPr lang="en-US" b="1" dirty="0"/>
              <a:t>Folder</a:t>
            </a:r>
            <a:r>
              <a:rPr lang="en-US" dirty="0"/>
              <a:t> </a:t>
            </a:r>
            <a:r>
              <a:rPr lang="en-US" b="1" dirty="0" err="1">
                <a:solidFill>
                  <a:schemeClr val="bg1"/>
                </a:solidFill>
              </a:rPr>
              <a:t>profile.d</a:t>
            </a:r>
            <a:r>
              <a:rPr lang="en-US" b="1" dirty="0">
                <a:solidFill>
                  <a:schemeClr val="bg1"/>
                </a:solidFill>
              </a:rPr>
              <a:t>/*</a:t>
            </a:r>
          </a:p>
          <a:p>
            <a:pPr lvl="1" latinLnBrk="0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Used for custom routines definition</a:t>
            </a:r>
          </a:p>
          <a:p>
            <a:pPr lvl="1" latinLnBrk="0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It is read by </a:t>
            </a:r>
            <a:r>
              <a:rPr lang="en-US" b="1" dirty="0">
                <a:solidFill>
                  <a:schemeClr val="bg1"/>
                </a:solidFill>
              </a:rPr>
              <a:t>profile</a:t>
            </a:r>
            <a:r>
              <a:rPr lang="en-US" dirty="0"/>
              <a:t> (all), </a:t>
            </a:r>
            <a:r>
              <a:rPr lang="en-US" b="1" dirty="0" err="1">
                <a:solidFill>
                  <a:schemeClr val="bg1"/>
                </a:solidFill>
              </a:rPr>
              <a:t>bashrc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(CentOS), and </a:t>
            </a:r>
            <a:r>
              <a:rPr lang="en-US" b="1" dirty="0" err="1">
                <a:solidFill>
                  <a:schemeClr val="bg1"/>
                </a:solidFill>
              </a:rPr>
              <a:t>bash.bashrc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(openSUSE)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Level Configuration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382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/>
              <a:t>Stored</a:t>
            </a:r>
            <a:r>
              <a:rPr lang="en-US" dirty="0"/>
              <a:t> in </a:t>
            </a:r>
            <a:r>
              <a:rPr lang="en-US" b="1" dirty="0">
                <a:solidFill>
                  <a:schemeClr val="bg1"/>
                </a:solidFill>
              </a:rPr>
              <a:t>user’s home directory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/>
              <a:t>File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r>
              <a:rPr lang="en-US" b="1" dirty="0" err="1">
                <a:solidFill>
                  <a:schemeClr val="bg1"/>
                </a:solidFill>
              </a:rPr>
              <a:t>bash_profile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(CentOS) or </a:t>
            </a:r>
            <a:r>
              <a:rPr lang="en-US" b="1" dirty="0">
                <a:solidFill>
                  <a:schemeClr val="bg1"/>
                </a:solidFill>
              </a:rPr>
              <a:t>.profile </a:t>
            </a:r>
            <a:r>
              <a:rPr lang="en-US" dirty="0"/>
              <a:t>(openSUSE, Ubuntu)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Executed only in </a:t>
            </a:r>
            <a:r>
              <a:rPr lang="en-US" b="1" dirty="0">
                <a:solidFill>
                  <a:schemeClr val="bg1"/>
                </a:solidFill>
              </a:rPr>
              <a:t>login shell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Reads </a:t>
            </a:r>
            <a:r>
              <a:rPr lang="en-US" b="1" dirty="0">
                <a:solidFill>
                  <a:schemeClr val="bg1"/>
                </a:solidFill>
              </a:rPr>
              <a:t>~/.</a:t>
            </a:r>
            <a:r>
              <a:rPr lang="en-US" b="1" dirty="0" err="1">
                <a:solidFill>
                  <a:schemeClr val="bg1"/>
                </a:solidFill>
              </a:rPr>
              <a:t>bashrc</a:t>
            </a:r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/>
              <a:t>File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r>
              <a:rPr lang="en-US" b="1" dirty="0" err="1">
                <a:solidFill>
                  <a:schemeClr val="bg1"/>
                </a:solidFill>
              </a:rPr>
              <a:t>bashrc</a:t>
            </a:r>
            <a:endParaRPr lang="en-US" b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Executed </a:t>
            </a:r>
            <a:r>
              <a:rPr lang="en-US" b="1" dirty="0">
                <a:solidFill>
                  <a:schemeClr val="bg1"/>
                </a:solidFill>
              </a:rPr>
              <a:t>always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Reads 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bashrc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(CentOS)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Level Configuration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77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Shell Sequence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505244" y="1524000"/>
            <a:ext cx="2667000" cy="609600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/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/profile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05244" y="2431198"/>
            <a:ext cx="2667000" cy="609600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~/.</a:t>
            </a:r>
            <a:r>
              <a:rPr lang="en-US" sz="2800" dirty="0" err="1">
                <a:solidFill>
                  <a:schemeClr val="tx1"/>
                </a:solidFill>
              </a:rPr>
              <a:t>bash_profile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191044" y="3200400"/>
            <a:ext cx="2667000" cy="609600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~/.</a:t>
            </a:r>
            <a:r>
              <a:rPr lang="en-US" sz="2800" dirty="0" err="1">
                <a:solidFill>
                  <a:schemeClr val="tx1"/>
                </a:solidFill>
              </a:rPr>
              <a:t>bashrc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38744" y="3990812"/>
            <a:ext cx="2667000" cy="609600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/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/</a:t>
            </a:r>
            <a:r>
              <a:rPr lang="en-US" sz="2800" dirty="0" err="1">
                <a:solidFill>
                  <a:schemeClr val="tx1"/>
                </a:solidFill>
              </a:rPr>
              <a:t>bashrc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24544" y="4757004"/>
            <a:ext cx="2667000" cy="609600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/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/</a:t>
            </a:r>
            <a:r>
              <a:rPr lang="en-US" sz="2800" dirty="0" err="1">
                <a:solidFill>
                  <a:schemeClr val="tx1"/>
                </a:solidFill>
              </a:rPr>
              <a:t>profile.d</a:t>
            </a:r>
            <a:r>
              <a:rPr lang="en-US" sz="2800" dirty="0">
                <a:solidFill>
                  <a:schemeClr val="tx1"/>
                </a:solidFill>
              </a:rPr>
              <a:t>/*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17612" y="1524000"/>
            <a:ext cx="2362200" cy="1516798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Interactive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Login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Shell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749495" y="1676400"/>
            <a:ext cx="609600" cy="304800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749495" y="2583598"/>
            <a:ext cx="609600" cy="304800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sp>
        <p:nvSpPr>
          <p:cNvPr id="14" name="Bent Arrow 13"/>
          <p:cNvSpPr/>
          <p:nvPr/>
        </p:nvSpPr>
        <p:spPr>
          <a:xfrm rot="5400000">
            <a:off x="7272132" y="2649448"/>
            <a:ext cx="474992" cy="434418"/>
          </a:xfrm>
          <a:prstGeom prst="bent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sp>
        <p:nvSpPr>
          <p:cNvPr id="15" name="Bent Arrow 14"/>
          <p:cNvSpPr/>
          <p:nvPr/>
        </p:nvSpPr>
        <p:spPr>
          <a:xfrm rot="5400000">
            <a:off x="7913957" y="3457811"/>
            <a:ext cx="474992" cy="434418"/>
          </a:xfrm>
          <a:prstGeom prst="bent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sp>
        <p:nvSpPr>
          <p:cNvPr id="16" name="Bent Arrow 15"/>
          <p:cNvSpPr/>
          <p:nvPr/>
        </p:nvSpPr>
        <p:spPr>
          <a:xfrm rot="5400000">
            <a:off x="8599757" y="4224003"/>
            <a:ext cx="474992" cy="434418"/>
          </a:xfrm>
          <a:prstGeom prst="bent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05244" y="5915402"/>
            <a:ext cx="2667000" cy="609600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~/.</a:t>
            </a:r>
            <a:r>
              <a:rPr lang="en-US" sz="2800" dirty="0" err="1">
                <a:solidFill>
                  <a:schemeClr val="tx1"/>
                </a:solidFill>
              </a:rPr>
              <a:t>bash_logout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62330" y="5212948"/>
            <a:ext cx="513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…</a:t>
            </a:r>
            <a:endParaRPr lang="bg-BG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Bent Arrow 17"/>
          <p:cNvSpPr/>
          <p:nvPr/>
        </p:nvSpPr>
        <p:spPr>
          <a:xfrm rot="10800000">
            <a:off x="7383052" y="5943844"/>
            <a:ext cx="474992" cy="434418"/>
          </a:xfrm>
          <a:prstGeom prst="bent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B3543C1-76AF-4859-8568-8B0D18011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212" y="357573"/>
            <a:ext cx="476316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86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3" grpId="0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Non-login Shell Sequence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495844" y="2362200"/>
            <a:ext cx="3352800" cy="609600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Parent Environment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03984" y="3268479"/>
            <a:ext cx="2667000" cy="609600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~/.</a:t>
            </a:r>
            <a:r>
              <a:rPr lang="en-US" sz="2800" dirty="0" err="1">
                <a:solidFill>
                  <a:schemeClr val="tx1"/>
                </a:solidFill>
              </a:rPr>
              <a:t>bashrc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51684" y="4058891"/>
            <a:ext cx="2667000" cy="609600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/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/</a:t>
            </a:r>
            <a:r>
              <a:rPr lang="en-US" sz="2800" dirty="0" err="1">
                <a:solidFill>
                  <a:schemeClr val="tx1"/>
                </a:solidFill>
              </a:rPr>
              <a:t>bashrc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37484" y="4825083"/>
            <a:ext cx="2667000" cy="609600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/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/</a:t>
            </a:r>
            <a:r>
              <a:rPr lang="en-US" sz="2800" dirty="0" err="1">
                <a:solidFill>
                  <a:schemeClr val="tx1"/>
                </a:solidFill>
              </a:rPr>
              <a:t>profile.d</a:t>
            </a:r>
            <a:r>
              <a:rPr lang="en-US" sz="2800" dirty="0">
                <a:solidFill>
                  <a:schemeClr val="tx1"/>
                </a:solidFill>
              </a:rPr>
              <a:t>/*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08212" y="2362200"/>
            <a:ext cx="2362200" cy="1516798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Interactive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Non-login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Shell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740095" y="2514600"/>
            <a:ext cx="609600" cy="304800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3" name="Right Arrow 12"/>
          <p:cNvSpPr/>
          <p:nvPr/>
        </p:nvSpPr>
        <p:spPr>
          <a:xfrm>
            <a:off x="4740095" y="3421798"/>
            <a:ext cx="609600" cy="304800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5" name="Bent Arrow 14"/>
          <p:cNvSpPr/>
          <p:nvPr/>
        </p:nvSpPr>
        <p:spPr>
          <a:xfrm rot="5400000">
            <a:off x="8226897" y="3525890"/>
            <a:ext cx="474992" cy="434418"/>
          </a:xfrm>
          <a:prstGeom prst="ben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sp>
        <p:nvSpPr>
          <p:cNvPr id="16" name="Bent Arrow 15"/>
          <p:cNvSpPr/>
          <p:nvPr/>
        </p:nvSpPr>
        <p:spPr>
          <a:xfrm rot="5400000">
            <a:off x="8912697" y="4292082"/>
            <a:ext cx="474992" cy="434418"/>
          </a:xfrm>
          <a:prstGeom prst="ben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612" y="357573"/>
            <a:ext cx="476316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3E62C-7DBC-4157-BB7D-1E7E1BDD4A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5400" dirty="0"/>
              <a:t>Practice: Environment. Aliases. Order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F62EC-ECD9-4929-80FF-36DD6E7CD2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48" y="5486400"/>
            <a:ext cx="10958928" cy="49981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Live Demonstration in Class</a:t>
            </a:r>
          </a:p>
        </p:txBody>
      </p:sp>
    </p:spTree>
    <p:extLst>
      <p:ext uri="{BB962C8B-B14F-4D97-AF65-F5344CB8AC3E}">
        <p14:creationId xmlns:p14="http://schemas.microsoft.com/office/powerpoint/2010/main" val="200100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81E01-D6DD-482D-B6CC-CE1271D3F3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Multiple Help 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EF0D7-3F28-4FE5-90BE-A1AADE4B41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Know them. Use them</a:t>
            </a:r>
          </a:p>
        </p:txBody>
      </p:sp>
    </p:spTree>
    <p:extLst>
      <p:ext uri="{BB962C8B-B14F-4D97-AF65-F5344CB8AC3E}">
        <p14:creationId xmlns:p14="http://schemas.microsoft.com/office/powerpoint/2010/main" val="230419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Installed locally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Internal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External</a:t>
            </a:r>
          </a:p>
          <a:p>
            <a:pPr>
              <a:lnSpc>
                <a:spcPct val="100000"/>
              </a:lnSpc>
            </a:pPr>
            <a:r>
              <a:rPr lang="en-US" dirty="0"/>
              <a:t>On-line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Forums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Community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Mail lists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Help Sources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37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3732212" y="1905000"/>
            <a:ext cx="7010398" cy="1143000"/>
            <a:chOff x="4799012" y="1310458"/>
            <a:chExt cx="7010398" cy="1143000"/>
          </a:xfrm>
        </p:grpSpPr>
        <p:sp>
          <p:nvSpPr>
            <p:cNvPr id="6" name="Right Brace 5"/>
            <p:cNvSpPr/>
            <p:nvPr/>
          </p:nvSpPr>
          <p:spPr>
            <a:xfrm>
              <a:off x="4799012" y="1310458"/>
              <a:ext cx="228600" cy="1143000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84811" y="1348558"/>
              <a:ext cx="6324599" cy="1066800"/>
            </a:xfrm>
            <a:prstGeom prst="roundRect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On-premise. Level of detail varies. Comes directly from the authors</a:t>
              </a:r>
              <a:endParaRPr lang="bg-BG" sz="2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732195" y="3863566"/>
            <a:ext cx="7010415" cy="1699033"/>
            <a:chOff x="4799012" y="1310457"/>
            <a:chExt cx="7010415" cy="1699033"/>
          </a:xfrm>
        </p:grpSpPr>
        <p:sp>
          <p:nvSpPr>
            <p:cNvPr id="9" name="Right Brace 8"/>
            <p:cNvSpPr/>
            <p:nvPr/>
          </p:nvSpPr>
          <p:spPr>
            <a:xfrm>
              <a:off x="4799012" y="1310457"/>
              <a:ext cx="228600" cy="1699033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4810" y="1626573"/>
              <a:ext cx="6324617" cy="1066800"/>
            </a:xfrm>
            <a:prstGeom prst="roundRect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Real life experience. Usually takes time to filter and find the right answer</a:t>
              </a:r>
              <a:endParaRPr lang="bg-BG" sz="2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592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Display short usage information about a command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--help ( -h or -?)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ls</a:t>
            </a:r>
            <a:r>
              <a:rPr lang="en-US" sz="3000" dirty="0">
                <a:solidFill>
                  <a:schemeClr val="tx1"/>
                </a:solidFill>
                <a:effectLst/>
              </a:rPr>
              <a:t> --help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Usage: 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ls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[OPTION]... [FILE]...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List information about the FILEs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  -a, --all   do not ignore entries starting with . 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9538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Display information about the built-in commands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help [options] [command]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all built-in commands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help 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information about a command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help type</a:t>
            </a:r>
          </a:p>
        </p:txBody>
      </p:sp>
    </p:spTree>
    <p:extLst>
      <p:ext uri="{BB962C8B-B14F-4D97-AF65-F5344CB8AC3E}">
        <p14:creationId xmlns:p14="http://schemas.microsoft.com/office/powerpoint/2010/main" val="143194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system’s manual pager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man [options] [page]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information about man itself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man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man</a:t>
            </a:r>
            <a:r>
              <a:rPr lang="en-US" sz="3000" dirty="0">
                <a:solidFill>
                  <a:schemeClr val="tx1"/>
                </a:solidFill>
                <a:effectLst/>
              </a:rPr>
              <a:t> 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Show section of a page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man 5 passwd</a:t>
            </a:r>
          </a:p>
        </p:txBody>
      </p:sp>
    </p:spTree>
    <p:extLst>
      <p:ext uri="{BB962C8B-B14F-4D97-AF65-F5344CB8AC3E}">
        <p14:creationId xmlns:p14="http://schemas.microsoft.com/office/powerpoint/2010/main" val="202042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094412" y="1186472"/>
            <a:ext cx="5599199" cy="53738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ENVIRONMENT</a:t>
            </a:r>
          </a:p>
          <a:p>
            <a:pPr>
              <a:lnSpc>
                <a:spcPct val="100000"/>
              </a:lnSpc>
            </a:pPr>
            <a:r>
              <a:rPr lang="en-US" dirty="0"/>
              <a:t>FILES</a:t>
            </a:r>
          </a:p>
          <a:p>
            <a:pPr>
              <a:lnSpc>
                <a:spcPct val="100000"/>
              </a:lnSpc>
            </a:pPr>
            <a:r>
              <a:rPr lang="en-US" dirty="0"/>
              <a:t>VERSIONS</a:t>
            </a:r>
          </a:p>
          <a:p>
            <a:pPr>
              <a:lnSpc>
                <a:spcPct val="100000"/>
              </a:lnSpc>
            </a:pPr>
            <a:r>
              <a:rPr lang="en-US" dirty="0"/>
              <a:t>CONFORMING TO</a:t>
            </a:r>
          </a:p>
          <a:p>
            <a:pPr>
              <a:lnSpc>
                <a:spcPct val="100000"/>
              </a:lnSpc>
            </a:pPr>
            <a:r>
              <a:rPr lang="en-US" dirty="0"/>
              <a:t>NOTES</a:t>
            </a:r>
          </a:p>
          <a:p>
            <a:pPr>
              <a:lnSpc>
                <a:spcPct val="100000"/>
              </a:lnSpc>
            </a:pPr>
            <a:r>
              <a:rPr lang="en-US" dirty="0"/>
              <a:t>BUGS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  <a:p>
            <a:pPr>
              <a:lnSpc>
                <a:spcPct val="100000"/>
              </a:lnSpc>
            </a:pPr>
            <a:r>
              <a:rPr lang="en-US" dirty="0"/>
              <a:t>AUTHORS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Sections in man (page)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0369" y="1151121"/>
            <a:ext cx="5599199" cy="5373881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NAME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SYNOPSIS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CONFIGURATION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DESCRIPTION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OPTIONS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EXIT STATUS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RETURN VALUE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ERRORS</a:t>
            </a:r>
          </a:p>
        </p:txBody>
      </p:sp>
    </p:spTree>
    <p:extLst>
      <p:ext uri="{BB962C8B-B14F-4D97-AF65-F5344CB8AC3E}">
        <p14:creationId xmlns:p14="http://schemas.microsoft.com/office/powerpoint/2010/main" val="14924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094412" y="1186472"/>
            <a:ext cx="5599199" cy="5373881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 startAt="6"/>
            </a:pPr>
            <a:r>
              <a:rPr lang="en-US" sz="4000" dirty="0"/>
              <a:t>Games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6"/>
            </a:pPr>
            <a:r>
              <a:rPr lang="en-US" sz="4000" dirty="0"/>
              <a:t>Miscellaneous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6"/>
            </a:pPr>
            <a:r>
              <a:rPr lang="en-US" sz="4000" dirty="0"/>
              <a:t>System administration </a:t>
            </a:r>
            <a:br>
              <a:rPr lang="bg-BG" sz="4000" dirty="0"/>
            </a:br>
            <a:r>
              <a:rPr lang="en-US" sz="4000" dirty="0"/>
              <a:t>commands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6"/>
            </a:pPr>
            <a:r>
              <a:rPr lang="en-US" sz="4000" dirty="0"/>
              <a:t>Kernel routines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Categories (sections) in man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0369" y="1151121"/>
            <a:ext cx="5599199" cy="5373881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4000" dirty="0"/>
              <a:t>Executable programs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4000" dirty="0"/>
              <a:t>System calls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4000" dirty="0"/>
              <a:t>Library calls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4000" dirty="0"/>
              <a:t>Special files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4000" dirty="0"/>
              <a:t>File formats and conventions</a:t>
            </a:r>
          </a:p>
        </p:txBody>
      </p:sp>
    </p:spTree>
    <p:extLst>
      <p:ext uri="{BB962C8B-B14F-4D97-AF65-F5344CB8AC3E}">
        <p14:creationId xmlns:p14="http://schemas.microsoft.com/office/powerpoint/2010/main" val="66910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Search the manual page names and descriptions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apropos (man -k)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apropos [options] keyword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information about command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apropos passwd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Show information when all keywords match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apropos -a passwd user</a:t>
            </a:r>
          </a:p>
        </p:txBody>
      </p:sp>
    </p:spTree>
    <p:extLst>
      <p:ext uri="{BB962C8B-B14F-4D97-AF65-F5344CB8AC3E}">
        <p14:creationId xmlns:p14="http://schemas.microsoft.com/office/powerpoint/2010/main" val="297969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Read Info documents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info [options] [menu-term]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Open top-level menu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info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Start at the beginning of the page for a program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info passwd</a:t>
            </a:r>
          </a:p>
        </p:txBody>
      </p:sp>
    </p:spTree>
    <p:extLst>
      <p:ext uri="{BB962C8B-B14F-4D97-AF65-F5344CB8AC3E}">
        <p14:creationId xmlns:p14="http://schemas.microsoft.com/office/powerpoint/2010/main" val="110098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Find files by name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locate*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locate [options] pattern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Locate all readme files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dirty="0">
                <a:solidFill>
                  <a:schemeClr val="tx1"/>
                </a:solidFill>
                <a:effectLst/>
              </a:rPr>
              <a:t> ~]# locate readme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Locate all readme files in a case insensitive way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dirty="0">
                <a:solidFill>
                  <a:schemeClr val="tx1"/>
                </a:solidFill>
                <a:effectLst/>
              </a:rPr>
              <a:t> ~]# locate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i</a:t>
            </a:r>
            <a:r>
              <a:rPr lang="en-US" sz="3000" dirty="0">
                <a:solidFill>
                  <a:schemeClr val="tx1"/>
                </a:solidFill>
                <a:effectLst/>
              </a:rPr>
              <a:t> readme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1DA32-ECB5-441A-8C53-9D6F4B263908}"/>
              </a:ext>
            </a:extLst>
          </p:cNvPr>
          <p:cNvSpPr txBox="1"/>
          <p:nvPr/>
        </p:nvSpPr>
        <p:spPr>
          <a:xfrm>
            <a:off x="1635124" y="6297845"/>
            <a:ext cx="8915400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It is not installed automatically in every distribution. You may have to install it additionally</a:t>
            </a:r>
          </a:p>
        </p:txBody>
      </p:sp>
    </p:spTree>
    <p:extLst>
      <p:ext uri="{BB962C8B-B14F-4D97-AF65-F5344CB8AC3E}">
        <p14:creationId xmlns:p14="http://schemas.microsoft.com/office/powerpoint/2010/main" val="17592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Update a database for </a:t>
            </a:r>
            <a:r>
              <a:rPr lang="en-US" dirty="0" err="1"/>
              <a:t>mlocate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updatedb</a:t>
            </a:r>
            <a:r>
              <a:rPr lang="en-US" dirty="0"/>
              <a:t>*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updatedb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Update the database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updatedb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Write the update to a file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updatedb</a:t>
            </a:r>
            <a:r>
              <a:rPr lang="en-US" sz="3000" dirty="0">
                <a:solidFill>
                  <a:schemeClr val="tx1"/>
                </a:solidFill>
                <a:effectLst/>
              </a:rPr>
              <a:t> -o output.txt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2E5CF-CF01-4666-971F-90810412CF7C}"/>
              </a:ext>
            </a:extLst>
          </p:cNvPr>
          <p:cNvSpPr txBox="1"/>
          <p:nvPr/>
        </p:nvSpPr>
        <p:spPr>
          <a:xfrm>
            <a:off x="1635124" y="6297845"/>
            <a:ext cx="8915400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It is not installed automatically in every distribution. You may have to install it additionally</a:t>
            </a:r>
          </a:p>
        </p:txBody>
      </p:sp>
    </p:spTree>
    <p:extLst>
      <p:ext uri="{BB962C8B-B14F-4D97-AF65-F5344CB8AC3E}">
        <p14:creationId xmlns:p14="http://schemas.microsoft.com/office/powerpoint/2010/main" val="97472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Documentation included with the installed software</a:t>
            </a:r>
          </a:p>
          <a:p>
            <a:pPr>
              <a:lnSpc>
                <a:spcPct val="100000"/>
              </a:lnSpc>
            </a:pPr>
            <a:r>
              <a:rPr lang="en-US" dirty="0"/>
              <a:t>Path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/</a:t>
            </a:r>
            <a:r>
              <a:rPr lang="en-US" b="1" dirty="0" err="1"/>
              <a:t>usr</a:t>
            </a:r>
            <a:r>
              <a:rPr lang="en-US" b="1" dirty="0"/>
              <a:t>/share/doc</a:t>
            </a:r>
          </a:p>
          <a:p>
            <a:pPr>
              <a:lnSpc>
                <a:spcPct val="100000"/>
              </a:lnSpc>
            </a:pPr>
            <a:r>
              <a:rPr lang="en-US" dirty="0"/>
              <a:t>Usage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Accompanying Documentation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4419600"/>
            <a:ext cx="11049000" cy="1905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usr</a:t>
            </a:r>
            <a:r>
              <a:rPr lang="en-US" sz="3000" dirty="0">
                <a:solidFill>
                  <a:schemeClr val="tx1"/>
                </a:solidFill>
                <a:effectLst/>
              </a:rPr>
              <a:t>/share/doc/system/README</a:t>
            </a:r>
          </a:p>
          <a:p>
            <a:r>
              <a:rPr lang="en-US" sz="3000" b="0" dirty="0" err="1">
                <a:solidFill>
                  <a:schemeClr val="tx1"/>
                </a:solidFill>
                <a:effectLst/>
              </a:rPr>
              <a:t>systemd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System and Service Manager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5535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504C3-9318-46F1-A020-EFFA1BBC2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Everything is Files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E74D9-A9C7-4E4C-AF82-02DA757607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Explore, Know, and Rule Those Files</a:t>
            </a:r>
          </a:p>
        </p:txBody>
      </p:sp>
    </p:spTree>
    <p:extLst>
      <p:ext uri="{BB962C8B-B14F-4D97-AF65-F5344CB8AC3E}">
        <p14:creationId xmlns:p14="http://schemas.microsoft.com/office/powerpoint/2010/main" val="161222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Naming conventions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Case </a:t>
            </a:r>
            <a:r>
              <a:rPr lang="en-US" b="1" dirty="0">
                <a:solidFill>
                  <a:schemeClr val="bg1"/>
                </a:solidFill>
              </a:rPr>
              <a:t>sensitive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(file.txt &lt;&gt; File.txt &lt;&gt; FILE.TXT)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Stick to </a:t>
            </a:r>
            <a:r>
              <a:rPr lang="en-US" b="1" dirty="0">
                <a:solidFill>
                  <a:schemeClr val="bg1"/>
                </a:solidFill>
              </a:rPr>
              <a:t>alphanumeric</a:t>
            </a:r>
            <a:r>
              <a:rPr lang="en-US" dirty="0"/>
              <a:t> characters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Substitute </a:t>
            </a:r>
            <a:r>
              <a:rPr lang="en-US" b="1" dirty="0">
                <a:solidFill>
                  <a:schemeClr val="bg1"/>
                </a:solidFill>
              </a:rPr>
              <a:t>spaces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with (</a:t>
            </a:r>
            <a:r>
              <a:rPr lang="en-US" b="1" dirty="0">
                <a:solidFill>
                  <a:schemeClr val="bg1"/>
                </a:solidFill>
              </a:rPr>
              <a:t>_</a:t>
            </a:r>
            <a:r>
              <a:rPr lang="en-US" dirty="0"/>
              <a:t> , 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r>
              <a:rPr lang="en-US" dirty="0"/>
              <a:t>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Extensions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are not needed, but </a:t>
            </a:r>
            <a:r>
              <a:rPr lang="en-US" b="1" dirty="0">
                <a:solidFill>
                  <a:schemeClr val="bg1"/>
                </a:solidFill>
              </a:rPr>
              <a:t>nice to have</a:t>
            </a:r>
          </a:p>
          <a:p>
            <a:pPr>
              <a:lnSpc>
                <a:spcPct val="100000"/>
              </a:lnSpc>
            </a:pPr>
            <a:r>
              <a:rPr lang="en-US" b="1" dirty="0"/>
              <a:t>Work with multiple files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Helper symbols when reading or listing (*, ? , [] , {})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Techniques when creating ({X,Y,Z}, {A..D}, {1..10})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Files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33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 numCol="1"/>
          <a:lstStyle/>
          <a:p>
            <a:pPr>
              <a:lnSpc>
                <a:spcPct val="100000"/>
              </a:lnSpc>
            </a:pPr>
            <a:r>
              <a:rPr lang="en-US" sz="3600" dirty="0"/>
              <a:t>Regular (</a:t>
            </a:r>
            <a:r>
              <a:rPr lang="en-US" sz="3600" b="1" dirty="0"/>
              <a:t>-</a:t>
            </a:r>
            <a:r>
              <a:rPr lang="en-US" sz="3600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Directory (</a:t>
            </a:r>
            <a:r>
              <a:rPr lang="en-US" sz="3600" b="1" dirty="0"/>
              <a:t>d</a:t>
            </a:r>
            <a:r>
              <a:rPr lang="en-US" sz="3600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Symbolic link (</a:t>
            </a:r>
            <a:r>
              <a:rPr lang="en-US" sz="3600" b="1" dirty="0"/>
              <a:t>l</a:t>
            </a:r>
            <a:r>
              <a:rPr lang="en-US" sz="3600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Block device (</a:t>
            </a:r>
            <a:r>
              <a:rPr lang="en-US" sz="3600" b="1" dirty="0"/>
              <a:t>b</a:t>
            </a:r>
            <a:r>
              <a:rPr lang="en-US" sz="3600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Character device (</a:t>
            </a:r>
            <a:r>
              <a:rPr lang="en-US" sz="3600" b="1" dirty="0"/>
              <a:t>c</a:t>
            </a:r>
            <a:r>
              <a:rPr lang="en-US" sz="3600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Named pipe (</a:t>
            </a:r>
            <a:r>
              <a:rPr lang="en-US" sz="3600" b="1" dirty="0"/>
              <a:t>p</a:t>
            </a:r>
            <a:r>
              <a:rPr lang="en-US" sz="3600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Socket (</a:t>
            </a:r>
            <a:r>
              <a:rPr lang="en-US" sz="3600" b="1" dirty="0"/>
              <a:t>s</a:t>
            </a:r>
            <a:r>
              <a:rPr lang="en-US" sz="3600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Types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50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4494212" y="1310458"/>
            <a:ext cx="3505200" cy="1143000"/>
            <a:chOff x="4799012" y="1310458"/>
            <a:chExt cx="3505200" cy="1143000"/>
          </a:xfrm>
        </p:grpSpPr>
        <p:sp>
          <p:nvSpPr>
            <p:cNvPr id="5" name="Right Brace 4"/>
            <p:cNvSpPr/>
            <p:nvPr/>
          </p:nvSpPr>
          <p:spPr>
            <a:xfrm>
              <a:off x="4799012" y="1310458"/>
              <a:ext cx="228600" cy="1143000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84812" y="1600200"/>
              <a:ext cx="2819400" cy="609600"/>
            </a:xfrm>
            <a:prstGeom prst="roundRect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Regular files</a:t>
              </a:r>
              <a:endParaRPr lang="bg-BG" sz="2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494212" y="2590800"/>
            <a:ext cx="3505200" cy="3276600"/>
            <a:chOff x="4799012" y="2590800"/>
            <a:chExt cx="3505200" cy="3276600"/>
          </a:xfrm>
        </p:grpSpPr>
        <p:sp>
          <p:nvSpPr>
            <p:cNvPr id="8" name="Right Brace 7"/>
            <p:cNvSpPr/>
            <p:nvPr/>
          </p:nvSpPr>
          <p:spPr>
            <a:xfrm>
              <a:off x="4799012" y="2590800"/>
              <a:ext cx="228600" cy="3276600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484812" y="3924300"/>
              <a:ext cx="2819400" cy="609600"/>
            </a:xfrm>
            <a:prstGeom prst="roundRect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Special files</a:t>
              </a:r>
              <a:endParaRPr lang="bg-BG" sz="2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6D63AA4F-6296-4593-B114-CF990456D3CC}"/>
              </a:ext>
            </a:extLst>
          </p:cNvPr>
          <p:cNvSpPr/>
          <p:nvPr/>
        </p:nvSpPr>
        <p:spPr>
          <a:xfrm>
            <a:off x="9026671" y="2438400"/>
            <a:ext cx="2819400" cy="1295400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First Symbol in the Long Listing</a:t>
            </a:r>
            <a:endParaRPr lang="bg-BG" sz="2800" dirty="0">
              <a:solidFill>
                <a:schemeClr val="tx1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1DB569F-3432-41AC-A711-D08EBC3AD1F6}"/>
              </a:ext>
            </a:extLst>
          </p:cNvPr>
          <p:cNvSpPr/>
          <p:nvPr/>
        </p:nvSpPr>
        <p:spPr>
          <a:xfrm>
            <a:off x="8456612" y="1905000"/>
            <a:ext cx="228600" cy="236220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0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Determine file type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file [options] file [file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information about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file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/profile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Show information about multiple files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file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/*.conf</a:t>
            </a:r>
          </a:p>
        </p:txBody>
      </p:sp>
    </p:spTree>
    <p:extLst>
      <p:ext uri="{BB962C8B-B14F-4D97-AF65-F5344CB8AC3E}">
        <p14:creationId xmlns:p14="http://schemas.microsoft.com/office/powerpoint/2010/main" val="188723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Display file or file system status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stat [options] file [file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information about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stat .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bash_history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Show information about files in a special format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stat --terse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/*.conf</a:t>
            </a:r>
          </a:p>
        </p:txBody>
      </p:sp>
    </p:spTree>
    <p:extLst>
      <p:ext uri="{BB962C8B-B14F-4D97-AF65-F5344CB8AC3E}">
        <p14:creationId xmlns:p14="http://schemas.microsoft.com/office/powerpoint/2010/main" val="153604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Change file timestamp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touch [options] file [file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Change access time of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touch -a .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bash_history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Create an empty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touch emptyfile.txt</a:t>
            </a:r>
          </a:p>
        </p:txBody>
      </p:sp>
    </p:spTree>
    <p:extLst>
      <p:ext uri="{BB962C8B-B14F-4D97-AF65-F5344CB8AC3E}">
        <p14:creationId xmlns:p14="http://schemas.microsoft.com/office/powerpoint/2010/main" val="135005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Copy files and directories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cp [options] source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dest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Copy single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cp file1.txt ~/Documents/my-file.txt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Copy multiple files to a folder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cp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/*.conf ~/Temp/</a:t>
            </a:r>
          </a:p>
        </p:txBody>
      </p:sp>
    </p:spTree>
    <p:extLst>
      <p:ext uri="{BB962C8B-B14F-4D97-AF65-F5344CB8AC3E}">
        <p14:creationId xmlns:p14="http://schemas.microsoft.com/office/powerpoint/2010/main" val="259816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Move (rename) files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mv [options] source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dest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Rename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mv fileA.txt fileB.txt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Move multiple files to a folder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mv *.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bak</a:t>
            </a:r>
            <a:r>
              <a:rPr lang="en-US" sz="3000" dirty="0">
                <a:solidFill>
                  <a:schemeClr val="tx1"/>
                </a:solidFill>
                <a:effectLst/>
              </a:rPr>
              <a:t> ~/Backup/</a:t>
            </a:r>
          </a:p>
        </p:txBody>
      </p:sp>
    </p:spTree>
    <p:extLst>
      <p:ext uri="{BB962C8B-B14F-4D97-AF65-F5344CB8AC3E}">
        <p14:creationId xmlns:p14="http://schemas.microsoft.com/office/powerpoint/2010/main" val="415494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Remove files or directories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rm [options] file [file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Remove multiple files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rm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file?.txt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Remove folder and its contents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rm -rf ~/Temp</a:t>
            </a:r>
          </a:p>
        </p:txBody>
      </p:sp>
    </p:spTree>
    <p:extLst>
      <p:ext uri="{BB962C8B-B14F-4D97-AF65-F5344CB8AC3E}">
        <p14:creationId xmlns:p14="http://schemas.microsoft.com/office/powerpoint/2010/main" val="104476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Make directories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mkdir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mkdir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directory [directory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Create two directories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mkdir</a:t>
            </a:r>
            <a:r>
              <a:rPr lang="en-US" sz="3000" dirty="0">
                <a:solidFill>
                  <a:schemeClr val="tx1"/>
                </a:solidFill>
                <a:effectLst/>
              </a:rPr>
              <a:t> dir1 dir2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Create nested directories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mkdir</a:t>
            </a:r>
            <a:r>
              <a:rPr lang="en-US" sz="3000" dirty="0">
                <a:solidFill>
                  <a:schemeClr val="tx1"/>
                </a:solidFill>
                <a:effectLst/>
              </a:rPr>
              <a:t>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pv</a:t>
            </a:r>
            <a:r>
              <a:rPr lang="en-US" sz="3000" dirty="0">
                <a:solidFill>
                  <a:schemeClr val="tx1"/>
                </a:solidFill>
                <a:effectLst/>
              </a:rPr>
              <a:t> projects/project{1..5}</a:t>
            </a:r>
          </a:p>
        </p:txBody>
      </p:sp>
    </p:spTree>
    <p:extLst>
      <p:ext uri="{BB962C8B-B14F-4D97-AF65-F5344CB8AC3E}">
        <p14:creationId xmlns:p14="http://schemas.microsoft.com/office/powerpoint/2010/main" val="88465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Remove empty directories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rmdir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rmdir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directory [directory …]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Remove two empty directories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rmdir</a:t>
            </a:r>
            <a:r>
              <a:rPr lang="en-US" sz="3000" dirty="0">
                <a:solidFill>
                  <a:schemeClr val="tx1"/>
                </a:solidFill>
                <a:effectLst/>
              </a:rPr>
              <a:t> dir1 dir2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Remove directory and its ancestors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rmdir</a:t>
            </a:r>
            <a:r>
              <a:rPr lang="en-US" sz="3000" dirty="0">
                <a:solidFill>
                  <a:schemeClr val="tx1"/>
                </a:solidFill>
                <a:effectLst/>
              </a:rPr>
              <a:t>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pv</a:t>
            </a:r>
            <a:r>
              <a:rPr lang="en-US" sz="3000" dirty="0">
                <a:solidFill>
                  <a:schemeClr val="tx1"/>
                </a:solidFill>
                <a:effectLst/>
              </a:rPr>
              <a:t> projects/project1/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phaseA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0535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Make links between files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ln [options] target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link_name</a:t>
            </a:r>
            <a:r>
              <a:rPr lang="en-US" sz="3000" dirty="0">
                <a:solidFill>
                  <a:schemeClr val="tx1"/>
                </a:solidFill>
                <a:effectLst/>
              </a:rPr>
              <a:t>             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(1</a:t>
            </a:r>
            <a:r>
              <a:rPr lang="en-US" sz="3000" b="0" baseline="30000" dirty="0">
                <a:solidFill>
                  <a:schemeClr val="tx1"/>
                </a:solidFill>
                <a:effectLst/>
              </a:rPr>
              <a:t>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form)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Create hard link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ln file.txt ~/Documents/fileH.txt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Create </a:t>
            </a:r>
            <a:r>
              <a:rPr lang="en-US" sz="3000">
                <a:solidFill>
                  <a:schemeClr val="bg1"/>
                </a:solidFill>
                <a:effectLst/>
              </a:rPr>
              <a:t>soft link</a:t>
            </a:r>
            <a:endParaRPr lang="en-US" sz="3000" dirty="0">
              <a:solidFill>
                <a:schemeClr val="bg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ln -s file.txt ~/Documents/fileS.txt</a:t>
            </a:r>
          </a:p>
        </p:txBody>
      </p:sp>
    </p:spTree>
    <p:extLst>
      <p:ext uri="{BB962C8B-B14F-4D97-AF65-F5344CB8AC3E}">
        <p14:creationId xmlns:p14="http://schemas.microsoft.com/office/powerpoint/2010/main" val="117279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BA88C-C72C-46FC-B1CD-F9B946D90B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Absolute Path </a:t>
            </a:r>
            <a:r>
              <a:rPr lang="en-US" dirty="0"/>
              <a:t>(</a:t>
            </a:r>
            <a:r>
              <a:rPr lang="en-US" b="1" dirty="0">
                <a:solidFill>
                  <a:schemeClr val="bg1"/>
                </a:solidFill>
              </a:rPr>
              <a:t>starts</a:t>
            </a:r>
            <a:r>
              <a:rPr lang="en-US" dirty="0"/>
              <a:t> with </a:t>
            </a:r>
            <a:r>
              <a:rPr lang="en-US" b="1" dirty="0"/>
              <a:t>/</a:t>
            </a:r>
            <a:r>
              <a:rPr lang="en-US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Calculated from the root of the file system tree</a:t>
            </a:r>
          </a:p>
          <a:p>
            <a:pPr>
              <a:lnSpc>
                <a:spcPct val="100000"/>
              </a:lnSpc>
            </a:pPr>
            <a:r>
              <a:rPr lang="en-US" b="1" dirty="0"/>
              <a:t>Relative Path </a:t>
            </a:r>
            <a:r>
              <a:rPr lang="en-US" dirty="0"/>
              <a:t>(</a:t>
            </a:r>
            <a:r>
              <a:rPr lang="en-US" b="1" dirty="0">
                <a:solidFill>
                  <a:schemeClr val="bg1"/>
                </a:solidFill>
              </a:rPr>
              <a:t>no leading </a:t>
            </a:r>
            <a:r>
              <a:rPr lang="en-US" b="1" dirty="0"/>
              <a:t>/</a:t>
            </a:r>
            <a:r>
              <a:rPr lang="en-US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Calculated from the current working directory</a:t>
            </a:r>
          </a:p>
          <a:p>
            <a:pPr>
              <a:lnSpc>
                <a:spcPct val="100000"/>
              </a:lnSpc>
            </a:pPr>
            <a:r>
              <a:rPr lang="en-US" dirty="0"/>
              <a:t>If we are in </a:t>
            </a:r>
            <a:r>
              <a:rPr lang="en-US" b="1" dirty="0"/>
              <a:t>/home/user </a:t>
            </a:r>
            <a:r>
              <a:rPr lang="en-US" dirty="0"/>
              <a:t>and we want to create </a:t>
            </a:r>
            <a:r>
              <a:rPr lang="en-US" b="1" dirty="0"/>
              <a:t>/shared/temp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41AF62-65D2-47C8-ACCC-4D20F874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Absolute vs Relative Path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C3D611-83A9-4DFF-BD0D-AE6061924E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8414847-12DC-402F-AABA-C5E1C6ECBFFA}"/>
              </a:ext>
            </a:extLst>
          </p:cNvPr>
          <p:cNvSpPr txBox="1">
            <a:spLocks/>
          </p:cNvSpPr>
          <p:nvPr/>
        </p:nvSpPr>
        <p:spPr>
          <a:xfrm>
            <a:off x="569913" y="4419600"/>
            <a:ext cx="11049000" cy="228644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# Absolute notation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mkdir</a:t>
            </a:r>
            <a:r>
              <a:rPr lang="en-US" sz="3000" dirty="0">
                <a:solidFill>
                  <a:schemeClr val="tx1"/>
                </a:solidFill>
                <a:effectLst/>
              </a:rPr>
              <a:t> -p /shared/temp</a:t>
            </a:r>
          </a:p>
          <a:p>
            <a:endParaRPr lang="en-US" sz="180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# Relative notation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mkdir</a:t>
            </a:r>
            <a:r>
              <a:rPr lang="en-US" sz="3000" dirty="0">
                <a:solidFill>
                  <a:schemeClr val="tx1"/>
                </a:solidFill>
                <a:effectLst/>
              </a:rPr>
              <a:t> -p ../../shared/temp</a:t>
            </a:r>
          </a:p>
        </p:txBody>
      </p:sp>
    </p:spTree>
    <p:extLst>
      <p:ext uri="{BB962C8B-B14F-4D97-AF65-F5344CB8AC3E}">
        <p14:creationId xmlns:p14="http://schemas.microsoft.com/office/powerpoint/2010/main" val="306637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419C4-F19D-499A-88FF-B1F825F2BC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/>
              <a:t>Practice: Explore Help Sources and Files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57CA8-77C7-4607-A501-DF587C22FB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48" y="5486400"/>
            <a:ext cx="10958928" cy="49981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Live Demonstration in Class</a:t>
            </a:r>
          </a:p>
        </p:txBody>
      </p:sp>
    </p:spTree>
    <p:extLst>
      <p:ext uri="{BB962C8B-B14F-4D97-AF65-F5344CB8AC3E}">
        <p14:creationId xmlns:p14="http://schemas.microsoft.com/office/powerpoint/2010/main" val="12533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50B35-734E-4A9A-86D6-DA52C949A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Users and Groups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F38EEB-1069-41C6-93A2-8702995B6A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Manage Users and Groups</a:t>
            </a:r>
          </a:p>
        </p:txBody>
      </p:sp>
    </p:spTree>
    <p:extLst>
      <p:ext uri="{BB962C8B-B14F-4D97-AF65-F5344CB8AC3E}">
        <p14:creationId xmlns:p14="http://schemas.microsoft.com/office/powerpoint/2010/main" val="301040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Users file (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passwd</a:t>
            </a:r>
            <a:r>
              <a:rPr lang="en-US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(main file)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17412" y="1828800"/>
            <a:ext cx="11049000" cy="2133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root:x:0:0:root:/root:/bin/bash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madmin:x:1000:1000:M.Admin:/home/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madmin</a:t>
            </a:r>
            <a:r>
              <a:rPr lang="en-US" sz="3000" dirty="0">
                <a:solidFill>
                  <a:schemeClr val="tx1"/>
                </a:solidFill>
                <a:effectLst/>
              </a:rPr>
              <a:t>:/bin/bash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...</a:t>
            </a:r>
          </a:p>
        </p:txBody>
      </p:sp>
      <p:sp>
        <p:nvSpPr>
          <p:cNvPr id="13" name="Oval 12"/>
          <p:cNvSpPr/>
          <p:nvPr/>
        </p:nvSpPr>
        <p:spPr>
          <a:xfrm>
            <a:off x="1279388" y="3254474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979612" y="3243231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741612" y="3243231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3808412" y="3243228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141815" y="3243228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13612" y="3243228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9793606" y="3243228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  <a:endParaRPr lang="bg-BG" sz="2800" b="1" dirty="0">
              <a:solidFill>
                <a:schemeClr val="tx1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684212" y="4253288"/>
            <a:ext cx="3371898" cy="523220"/>
            <a:chOff x="684212" y="4253288"/>
            <a:chExt cx="3371898" cy="523220"/>
          </a:xfrm>
        </p:grpSpPr>
        <p:sp>
          <p:nvSpPr>
            <p:cNvPr id="20" name="Oval 19"/>
            <p:cNvSpPr/>
            <p:nvPr/>
          </p:nvSpPr>
          <p:spPr>
            <a:xfrm>
              <a:off x="684212" y="4267200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79388" y="4253288"/>
              <a:ext cx="27767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Username (login)</a:t>
              </a:r>
              <a:endParaRPr lang="bg-BG" sz="28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80267" y="4886980"/>
            <a:ext cx="3972096" cy="523220"/>
            <a:chOff x="680267" y="4886980"/>
            <a:chExt cx="3972096" cy="523220"/>
          </a:xfrm>
        </p:grpSpPr>
        <p:sp>
          <p:nvSpPr>
            <p:cNvPr id="21" name="Oval 20"/>
            <p:cNvSpPr/>
            <p:nvPr/>
          </p:nvSpPr>
          <p:spPr>
            <a:xfrm>
              <a:off x="680267" y="4896844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79388" y="4886980"/>
              <a:ext cx="33729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Password placeholder</a:t>
              </a:r>
              <a:endParaRPr lang="bg-BG" sz="2800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80267" y="5486400"/>
            <a:ext cx="1851387" cy="523220"/>
            <a:chOff x="680267" y="5486400"/>
            <a:chExt cx="1851387" cy="523220"/>
          </a:xfrm>
        </p:grpSpPr>
        <p:sp>
          <p:nvSpPr>
            <p:cNvPr id="23" name="Oval 22"/>
            <p:cNvSpPr/>
            <p:nvPr/>
          </p:nvSpPr>
          <p:spPr>
            <a:xfrm>
              <a:off x="680267" y="5500856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79388" y="5486400"/>
              <a:ext cx="12522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User ID</a:t>
              </a:r>
              <a:endParaRPr lang="bg-BG" sz="28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068903" y="4247126"/>
            <a:ext cx="2070274" cy="523220"/>
            <a:chOff x="6068903" y="4247126"/>
            <a:chExt cx="2070274" cy="523220"/>
          </a:xfrm>
        </p:grpSpPr>
        <p:sp>
          <p:nvSpPr>
            <p:cNvPr id="25" name="Oval 24"/>
            <p:cNvSpPr/>
            <p:nvPr/>
          </p:nvSpPr>
          <p:spPr>
            <a:xfrm>
              <a:off x="6068903" y="4261038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649025" y="4247126"/>
              <a:ext cx="14901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Group ID</a:t>
              </a:r>
              <a:endParaRPr lang="bg-BG" sz="28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068903" y="4886980"/>
            <a:ext cx="5740509" cy="523220"/>
            <a:chOff x="6068903" y="4886980"/>
            <a:chExt cx="5740509" cy="523220"/>
          </a:xfrm>
        </p:grpSpPr>
        <p:sp>
          <p:nvSpPr>
            <p:cNvPr id="27" name="Oval 26"/>
            <p:cNvSpPr/>
            <p:nvPr/>
          </p:nvSpPr>
          <p:spPr>
            <a:xfrm>
              <a:off x="6068903" y="4905354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49025" y="4886980"/>
              <a:ext cx="5160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Comment (Full name, phone, etc.)</a:t>
              </a:r>
              <a:endParaRPr lang="bg-BG" sz="28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068902" y="5509542"/>
            <a:ext cx="3039337" cy="523220"/>
            <a:chOff x="6068902" y="5509542"/>
            <a:chExt cx="3039337" cy="523220"/>
          </a:xfrm>
        </p:grpSpPr>
        <p:sp>
          <p:nvSpPr>
            <p:cNvPr id="29" name="Oval 28"/>
            <p:cNvSpPr/>
            <p:nvPr/>
          </p:nvSpPr>
          <p:spPr>
            <a:xfrm>
              <a:off x="6068902" y="5514223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47437" y="5509542"/>
              <a:ext cx="24608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Home directory</a:t>
              </a:r>
              <a:endParaRPr lang="bg-BG" sz="2800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568871" y="6079009"/>
            <a:ext cx="2211341" cy="523220"/>
            <a:chOff x="4568871" y="6079009"/>
            <a:chExt cx="2211341" cy="523220"/>
          </a:xfrm>
        </p:grpSpPr>
        <p:sp>
          <p:nvSpPr>
            <p:cNvPr id="31" name="Oval 30"/>
            <p:cNvSpPr/>
            <p:nvPr/>
          </p:nvSpPr>
          <p:spPr>
            <a:xfrm>
              <a:off x="4568871" y="6079341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67270" y="6079009"/>
              <a:ext cx="16129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User shell</a:t>
              </a:r>
              <a:endParaRPr lang="bg-BG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6805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Passwords file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r>
              <a:rPr lang="en-US" b="1" dirty="0">
                <a:solidFill>
                  <a:schemeClr val="bg1"/>
                </a:solidFill>
              </a:rPr>
              <a:t>/shadow</a:t>
            </a:r>
            <a:r>
              <a:rPr lang="en-US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(password file)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17412" y="1828800"/>
            <a:ext cx="11049000" cy="2133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root:$6$30…R51::0:99999:7:::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dirty="0" err="1">
                <a:solidFill>
                  <a:schemeClr val="tx1"/>
                </a:solidFill>
                <a:effectLst/>
              </a:rPr>
              <a:t>madmin</a:t>
            </a:r>
            <a:r>
              <a:rPr lang="en-US" sz="3000" dirty="0">
                <a:solidFill>
                  <a:schemeClr val="tx1"/>
                </a:solidFill>
                <a:effectLst/>
              </a:rPr>
              <a:t>:$6$8…P8X0::0:99999:7:::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...</a:t>
            </a:r>
          </a:p>
        </p:txBody>
      </p:sp>
      <p:sp>
        <p:nvSpPr>
          <p:cNvPr id="14" name="Oval 13"/>
          <p:cNvSpPr/>
          <p:nvPr/>
        </p:nvSpPr>
        <p:spPr>
          <a:xfrm>
            <a:off x="1281662" y="3274541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932015" y="3243231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4303615" y="3243228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5141815" y="3243228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942012" y="3243228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627812" y="3238403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  <a:endParaRPr lang="bg-BG" sz="2800" b="1" dirty="0">
              <a:solidFill>
                <a:schemeClr val="tx1"/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3960812" y="3200400"/>
            <a:ext cx="495397" cy="990600"/>
            <a:chOff x="3960812" y="3200400"/>
            <a:chExt cx="495397" cy="990600"/>
          </a:xfrm>
          <a:solidFill>
            <a:schemeClr val="accent6">
              <a:lumMod val="90000"/>
            </a:schemeClr>
          </a:solidFill>
        </p:grpSpPr>
        <p:sp>
          <p:nvSpPr>
            <p:cNvPr id="16" name="Oval 15"/>
            <p:cNvSpPr/>
            <p:nvPr/>
          </p:nvSpPr>
          <p:spPr>
            <a:xfrm>
              <a:off x="3960812" y="3695603"/>
              <a:ext cx="495397" cy="495397"/>
            </a:xfrm>
            <a:prstGeom prst="ellips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V="1">
              <a:off x="4208510" y="3200400"/>
              <a:ext cx="0" cy="533400"/>
            </a:xfrm>
            <a:prstGeom prst="straightConnector1">
              <a:avLst/>
            </a:prstGeom>
            <a:grpFill/>
            <a:ln w="31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6284815" y="3200400"/>
            <a:ext cx="495397" cy="990600"/>
            <a:chOff x="6284815" y="3200400"/>
            <a:chExt cx="495397" cy="990600"/>
          </a:xfrm>
          <a:solidFill>
            <a:schemeClr val="accent6">
              <a:lumMod val="90000"/>
            </a:schemeClr>
          </a:solidFill>
        </p:grpSpPr>
        <p:sp>
          <p:nvSpPr>
            <p:cNvPr id="20" name="Oval 19"/>
            <p:cNvSpPr/>
            <p:nvPr/>
          </p:nvSpPr>
          <p:spPr>
            <a:xfrm>
              <a:off x="6284815" y="3695603"/>
              <a:ext cx="495397" cy="495397"/>
            </a:xfrm>
            <a:prstGeom prst="ellips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V="1">
              <a:off x="6532513" y="3200400"/>
              <a:ext cx="0" cy="533400"/>
            </a:xfrm>
            <a:prstGeom prst="straightConnector1">
              <a:avLst/>
            </a:prstGeom>
            <a:grpFill/>
            <a:ln w="31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605839" y="4253288"/>
            <a:ext cx="3371898" cy="523220"/>
            <a:chOff x="684212" y="4253288"/>
            <a:chExt cx="3371898" cy="523220"/>
          </a:xfrm>
        </p:grpSpPr>
        <p:sp>
          <p:nvSpPr>
            <p:cNvPr id="33" name="Oval 32"/>
            <p:cNvSpPr/>
            <p:nvPr/>
          </p:nvSpPr>
          <p:spPr>
            <a:xfrm>
              <a:off x="684212" y="4267200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279388" y="4253288"/>
              <a:ext cx="27767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Username (login)</a:t>
              </a:r>
              <a:endParaRPr lang="bg-BG" sz="2800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01894" y="4886980"/>
            <a:ext cx="3734018" cy="523220"/>
            <a:chOff x="680267" y="4886980"/>
            <a:chExt cx="3734018" cy="523220"/>
          </a:xfrm>
        </p:grpSpPr>
        <p:sp>
          <p:nvSpPr>
            <p:cNvPr id="36" name="Oval 35"/>
            <p:cNvSpPr/>
            <p:nvPr/>
          </p:nvSpPr>
          <p:spPr>
            <a:xfrm>
              <a:off x="680267" y="4896844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279388" y="4886980"/>
              <a:ext cx="31348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Encrypted password</a:t>
              </a:r>
              <a:endParaRPr lang="bg-BG" sz="28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01894" y="5486400"/>
            <a:ext cx="3964786" cy="523220"/>
            <a:chOff x="680267" y="5486400"/>
            <a:chExt cx="3964786" cy="523220"/>
          </a:xfrm>
        </p:grpSpPr>
        <p:sp>
          <p:nvSpPr>
            <p:cNvPr id="39" name="Oval 38"/>
            <p:cNvSpPr/>
            <p:nvPr/>
          </p:nvSpPr>
          <p:spPr>
            <a:xfrm>
              <a:off x="680267" y="5500856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279388" y="5486400"/>
              <a:ext cx="33656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Last password change</a:t>
              </a:r>
              <a:endParaRPr lang="bg-BG" sz="2800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01894" y="6095005"/>
            <a:ext cx="5416318" cy="523220"/>
            <a:chOff x="6068903" y="4247126"/>
            <a:chExt cx="5416318" cy="523220"/>
          </a:xfrm>
        </p:grpSpPr>
        <p:sp>
          <p:nvSpPr>
            <p:cNvPr id="42" name="Oval 41"/>
            <p:cNvSpPr/>
            <p:nvPr/>
          </p:nvSpPr>
          <p:spPr>
            <a:xfrm>
              <a:off x="6068903" y="4261038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649025" y="4247126"/>
              <a:ext cx="48361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Minimum days between change</a:t>
              </a:r>
              <a:endParaRPr lang="bg-BG" sz="2800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942012" y="4245827"/>
            <a:ext cx="4102881" cy="523220"/>
            <a:chOff x="6068903" y="4886980"/>
            <a:chExt cx="4102881" cy="523220"/>
          </a:xfrm>
        </p:grpSpPr>
        <p:sp>
          <p:nvSpPr>
            <p:cNvPr id="45" name="Oval 44"/>
            <p:cNvSpPr/>
            <p:nvPr/>
          </p:nvSpPr>
          <p:spPr>
            <a:xfrm>
              <a:off x="6068903" y="4905354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649025" y="4886980"/>
              <a:ext cx="35227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Maximum days validity</a:t>
              </a:r>
              <a:endParaRPr lang="bg-BG" sz="2800" dirty="0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942011" y="4868389"/>
            <a:ext cx="4522243" cy="523220"/>
            <a:chOff x="6068902" y="5509542"/>
            <a:chExt cx="4522243" cy="523220"/>
          </a:xfrm>
        </p:grpSpPr>
        <p:sp>
          <p:nvSpPr>
            <p:cNvPr id="48" name="Oval 47"/>
            <p:cNvSpPr/>
            <p:nvPr/>
          </p:nvSpPr>
          <p:spPr>
            <a:xfrm>
              <a:off x="6068902" y="5514223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647437" y="5509542"/>
              <a:ext cx="39437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Warn before expire (days)</a:t>
              </a:r>
              <a:endParaRPr lang="bg-BG" sz="2800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942011" y="5473033"/>
            <a:ext cx="6163449" cy="523220"/>
            <a:chOff x="4568871" y="6079009"/>
            <a:chExt cx="6163449" cy="523220"/>
          </a:xfrm>
        </p:grpSpPr>
        <p:sp>
          <p:nvSpPr>
            <p:cNvPr id="51" name="Oval 50"/>
            <p:cNvSpPr/>
            <p:nvPr/>
          </p:nvSpPr>
          <p:spPr>
            <a:xfrm>
              <a:off x="4568871" y="6079341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167270" y="6079009"/>
              <a:ext cx="55650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Inactivity days after password expire</a:t>
              </a:r>
              <a:endParaRPr lang="bg-BG" sz="2800" dirty="0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942011" y="6087547"/>
            <a:ext cx="2415820" cy="523220"/>
            <a:chOff x="4568871" y="6079009"/>
            <a:chExt cx="2415820" cy="523220"/>
          </a:xfrm>
        </p:grpSpPr>
        <p:sp>
          <p:nvSpPr>
            <p:cNvPr id="54" name="Oval 53"/>
            <p:cNvSpPr/>
            <p:nvPr/>
          </p:nvSpPr>
          <p:spPr>
            <a:xfrm>
              <a:off x="4568871" y="6079341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167270" y="6079009"/>
              <a:ext cx="18174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Expire date</a:t>
              </a:r>
              <a:endParaRPr lang="bg-BG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2976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Default </a:t>
            </a:r>
            <a:r>
              <a:rPr lang="en-US" b="1" dirty="0">
                <a:solidFill>
                  <a:schemeClr val="bg1"/>
                </a:solidFill>
              </a:rPr>
              <a:t>values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Read from file 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login.defs</a:t>
            </a:r>
            <a:endParaRPr lang="en-US" b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/>
              <a:t>Read from file 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r>
              <a:rPr lang="en-US" b="1" dirty="0">
                <a:solidFill>
                  <a:schemeClr val="bg1"/>
                </a:solidFill>
              </a:rPr>
              <a:t>/default/</a:t>
            </a:r>
            <a:r>
              <a:rPr lang="en-US" b="1" dirty="0" err="1">
                <a:solidFill>
                  <a:schemeClr val="bg1"/>
                </a:solidFill>
              </a:rPr>
              <a:t>useradd</a:t>
            </a:r>
            <a:endParaRPr lang="en-US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Default home </a:t>
            </a:r>
            <a:r>
              <a:rPr lang="en-US" b="1" dirty="0">
                <a:solidFill>
                  <a:schemeClr val="bg1"/>
                </a:solidFill>
              </a:rPr>
              <a:t>files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Taken (copied) from 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skel</a:t>
            </a:r>
            <a:r>
              <a:rPr lang="en-US" b="1" dirty="0">
                <a:solidFill>
                  <a:schemeClr val="bg1"/>
                </a:solidFill>
              </a:rPr>
              <a:t>/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It could contain both </a:t>
            </a:r>
            <a:r>
              <a:rPr lang="en-US" b="1" dirty="0">
                <a:solidFill>
                  <a:schemeClr val="bg1"/>
                </a:solidFill>
              </a:rPr>
              <a:t>files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directories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Defaults* During Creation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889FF-0642-4A3A-BEDC-E576A2046762}"/>
              </a:ext>
            </a:extLst>
          </p:cNvPr>
          <p:cNvSpPr txBox="1"/>
          <p:nvPr/>
        </p:nvSpPr>
        <p:spPr>
          <a:xfrm>
            <a:off x="341312" y="5695728"/>
            <a:ext cx="11506200" cy="101031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/>
              <a:t>* Default behavior may vary between distributions. For example, not in every distribution, a home folder is being created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78921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Groups file (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r>
              <a:rPr lang="en-US" b="1" dirty="0">
                <a:solidFill>
                  <a:schemeClr val="bg1"/>
                </a:solidFill>
              </a:rPr>
              <a:t>/group</a:t>
            </a:r>
            <a:r>
              <a:rPr lang="en-US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Groups (main file)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17412" y="1828800"/>
            <a:ext cx="11049000" cy="29718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root:x:0: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wheel:x:10:madmin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madmin:x:1000: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...</a:t>
            </a:r>
          </a:p>
        </p:txBody>
      </p:sp>
      <p:sp>
        <p:nvSpPr>
          <p:cNvPr id="10" name="Oval 9"/>
          <p:cNvSpPr/>
          <p:nvPr/>
        </p:nvSpPr>
        <p:spPr>
          <a:xfrm>
            <a:off x="1292954" y="4190998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979612" y="4190999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778405" y="4190999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341812" y="2819303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bg-BG" sz="2800" b="1" dirty="0">
              <a:solidFill>
                <a:schemeClr val="tx1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83846" y="5112483"/>
            <a:ext cx="2599892" cy="523220"/>
            <a:chOff x="684212" y="4253288"/>
            <a:chExt cx="2599892" cy="523220"/>
          </a:xfrm>
        </p:grpSpPr>
        <p:sp>
          <p:nvSpPr>
            <p:cNvPr id="15" name="Oval 14"/>
            <p:cNvSpPr/>
            <p:nvPr/>
          </p:nvSpPr>
          <p:spPr>
            <a:xfrm>
              <a:off x="684212" y="4267200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79388" y="4253288"/>
              <a:ext cx="20047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Group name</a:t>
              </a:r>
              <a:endParaRPr lang="bg-BG" sz="28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83846" y="5797176"/>
            <a:ext cx="3972096" cy="523220"/>
            <a:chOff x="680267" y="4886980"/>
            <a:chExt cx="3972096" cy="523220"/>
          </a:xfrm>
        </p:grpSpPr>
        <p:sp>
          <p:nvSpPr>
            <p:cNvPr id="18" name="Oval 17"/>
            <p:cNvSpPr/>
            <p:nvPr/>
          </p:nvSpPr>
          <p:spPr>
            <a:xfrm>
              <a:off x="680267" y="4896844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79388" y="4886980"/>
              <a:ext cx="33729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Password placeholder</a:t>
              </a:r>
              <a:endParaRPr lang="bg-BG" sz="28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801626" y="5098245"/>
            <a:ext cx="2089273" cy="523220"/>
            <a:chOff x="680267" y="5486400"/>
            <a:chExt cx="2089273" cy="523220"/>
          </a:xfrm>
        </p:grpSpPr>
        <p:sp>
          <p:nvSpPr>
            <p:cNvPr id="21" name="Oval 20"/>
            <p:cNvSpPr/>
            <p:nvPr/>
          </p:nvSpPr>
          <p:spPr>
            <a:xfrm>
              <a:off x="680267" y="5500856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79388" y="5486400"/>
              <a:ext cx="14901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Group ID</a:t>
              </a:r>
              <a:endParaRPr lang="bg-BG" sz="28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801626" y="5807040"/>
            <a:ext cx="3138130" cy="523220"/>
            <a:chOff x="6068903" y="4247126"/>
            <a:chExt cx="3138130" cy="523220"/>
          </a:xfrm>
        </p:grpSpPr>
        <p:sp>
          <p:nvSpPr>
            <p:cNvPr id="24" name="Oval 23"/>
            <p:cNvSpPr/>
            <p:nvPr/>
          </p:nvSpPr>
          <p:spPr>
            <a:xfrm>
              <a:off x="6068903" y="4261038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49025" y="4247126"/>
              <a:ext cx="25580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Group members</a:t>
              </a:r>
              <a:endParaRPr lang="bg-BG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84910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Groups file (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gshadow</a:t>
            </a:r>
            <a:r>
              <a:rPr lang="en-US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Groups (password file)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17412" y="1828800"/>
            <a:ext cx="11049000" cy="29718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root:::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wheel:::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madmin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dirty="0" err="1">
                <a:solidFill>
                  <a:schemeClr val="tx1"/>
                </a:solidFill>
                <a:effectLst/>
              </a:rPr>
              <a:t>madmin</a:t>
            </a:r>
            <a:r>
              <a:rPr lang="en-US" sz="3000" dirty="0">
                <a:solidFill>
                  <a:schemeClr val="tx1"/>
                </a:solidFill>
                <a:effectLst/>
              </a:rPr>
              <a:t>:!!::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madmin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...</a:t>
            </a:r>
          </a:p>
        </p:txBody>
      </p:sp>
      <p:sp>
        <p:nvSpPr>
          <p:cNvPr id="10" name="Oval 9"/>
          <p:cNvSpPr/>
          <p:nvPr/>
        </p:nvSpPr>
        <p:spPr>
          <a:xfrm>
            <a:off x="1293715" y="4199887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055812" y="4190999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589212" y="4190999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770215" y="2819400"/>
            <a:ext cx="495397" cy="495397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bg-BG" sz="2800" b="1" dirty="0">
              <a:solidFill>
                <a:schemeClr val="tx1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83846" y="5112483"/>
            <a:ext cx="2599892" cy="523220"/>
            <a:chOff x="684212" y="4253288"/>
            <a:chExt cx="2599892" cy="523220"/>
          </a:xfrm>
        </p:grpSpPr>
        <p:sp>
          <p:nvSpPr>
            <p:cNvPr id="15" name="Oval 14"/>
            <p:cNvSpPr/>
            <p:nvPr/>
          </p:nvSpPr>
          <p:spPr>
            <a:xfrm>
              <a:off x="684212" y="4267200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79388" y="4253288"/>
              <a:ext cx="20047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Group name</a:t>
              </a:r>
              <a:endParaRPr lang="bg-BG" sz="28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83846" y="5797176"/>
            <a:ext cx="3734018" cy="523220"/>
            <a:chOff x="680267" y="4886980"/>
            <a:chExt cx="3734018" cy="523220"/>
          </a:xfrm>
        </p:grpSpPr>
        <p:sp>
          <p:nvSpPr>
            <p:cNvPr id="18" name="Oval 17"/>
            <p:cNvSpPr/>
            <p:nvPr/>
          </p:nvSpPr>
          <p:spPr>
            <a:xfrm>
              <a:off x="680267" y="4896844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79388" y="4886980"/>
              <a:ext cx="31348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Encrypted password</a:t>
              </a:r>
              <a:endParaRPr lang="bg-BG" sz="28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801626" y="5098245"/>
            <a:ext cx="3887457" cy="523220"/>
            <a:chOff x="680267" y="5486400"/>
            <a:chExt cx="3887457" cy="523220"/>
          </a:xfrm>
        </p:grpSpPr>
        <p:sp>
          <p:nvSpPr>
            <p:cNvPr id="21" name="Oval 20"/>
            <p:cNvSpPr/>
            <p:nvPr/>
          </p:nvSpPr>
          <p:spPr>
            <a:xfrm>
              <a:off x="680267" y="5500856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79388" y="5486400"/>
              <a:ext cx="32883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Group administrators</a:t>
              </a:r>
              <a:endParaRPr lang="bg-BG" sz="28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801626" y="5807040"/>
            <a:ext cx="3138130" cy="523220"/>
            <a:chOff x="6068903" y="4247126"/>
            <a:chExt cx="3138130" cy="523220"/>
          </a:xfrm>
        </p:grpSpPr>
        <p:sp>
          <p:nvSpPr>
            <p:cNvPr id="24" name="Oval 23"/>
            <p:cNvSpPr/>
            <p:nvPr/>
          </p:nvSpPr>
          <p:spPr>
            <a:xfrm>
              <a:off x="6068903" y="4261038"/>
              <a:ext cx="495397" cy="495397"/>
            </a:xfrm>
            <a:prstGeom prst="ellipse">
              <a:avLst/>
            </a:prstGeom>
            <a:solidFill>
              <a:schemeClr val="accent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49025" y="4247126"/>
              <a:ext cx="25580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Group members</a:t>
              </a:r>
              <a:endParaRPr lang="bg-BG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946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Create a new user or update default new user information 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useradd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useradd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login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Create new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useradd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newuser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Set a default expiry date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useradd</a:t>
            </a:r>
            <a:r>
              <a:rPr lang="en-US" sz="3000" dirty="0">
                <a:solidFill>
                  <a:schemeClr val="tx1"/>
                </a:solidFill>
                <a:effectLst/>
              </a:rPr>
              <a:t> -D -e 2019-12-31 </a:t>
            </a:r>
          </a:p>
        </p:txBody>
      </p:sp>
    </p:spTree>
    <p:extLst>
      <p:ext uri="{BB962C8B-B14F-4D97-AF65-F5344CB8AC3E}">
        <p14:creationId xmlns:p14="http://schemas.microsoft.com/office/powerpoint/2010/main" val="46730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Modify a user account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usermod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usermod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login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Change user’s full name (comment field)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usermod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-c 'Demo'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newuser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Add user to a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usermod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aG</a:t>
            </a:r>
            <a:r>
              <a:rPr lang="en-US" sz="3000" dirty="0">
                <a:solidFill>
                  <a:schemeClr val="tx1"/>
                </a:solidFill>
                <a:effectLst/>
              </a:rPr>
              <a:t> demogroup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newuser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2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Delete a user account and related files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userdel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userdel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login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Remove a user without removing its home folder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userdel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newuser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Remove a user and its home folder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userdel</a:t>
            </a:r>
            <a:r>
              <a:rPr lang="en-US" sz="3000" dirty="0">
                <a:solidFill>
                  <a:schemeClr val="tx1"/>
                </a:solidFill>
                <a:effectLst/>
              </a:rPr>
              <a:t> -r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newuser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07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Create a new user (regular or system)*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adduser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adduser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user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Create new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adduser</a:t>
            </a:r>
            <a:r>
              <a:rPr lang="en-US" sz="3000" dirty="0">
                <a:solidFill>
                  <a:schemeClr val="tx1"/>
                </a:solidFill>
                <a:effectLst/>
              </a:rPr>
              <a:t> helpdesk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Add an existing user to an existing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adduser</a:t>
            </a:r>
            <a:r>
              <a:rPr lang="en-US" sz="3000" dirty="0">
                <a:solidFill>
                  <a:schemeClr val="tx1"/>
                </a:solidFill>
                <a:effectLst/>
              </a:rPr>
              <a:t> helpdesk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itstaff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AA0E29-E302-475C-A750-9157B91B2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212" y="278046"/>
            <a:ext cx="635369" cy="6353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52AD50-6A99-4BF8-A28C-AC2ADF54D1DE}"/>
              </a:ext>
            </a:extLst>
          </p:cNvPr>
          <p:cNvSpPr txBox="1"/>
          <p:nvPr/>
        </p:nvSpPr>
        <p:spPr>
          <a:xfrm>
            <a:off x="3932188" y="6297845"/>
            <a:ext cx="4321271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Reads configuration in 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etc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adduser.conf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5717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Remove users (regular or system)*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deluser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deluser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user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Remove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deluser</a:t>
            </a:r>
            <a:r>
              <a:rPr lang="en-US" sz="3000" dirty="0">
                <a:solidFill>
                  <a:schemeClr val="tx1"/>
                </a:solidFill>
                <a:effectLst/>
              </a:rPr>
              <a:t> helpdesk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Remove user from a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deluser</a:t>
            </a:r>
            <a:r>
              <a:rPr lang="en-US" sz="3000" dirty="0">
                <a:solidFill>
                  <a:schemeClr val="tx1"/>
                </a:solidFill>
                <a:effectLst/>
              </a:rPr>
              <a:t> helpdesk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itstaff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2AD50-6A99-4BF8-A28C-AC2ADF54D1DE}"/>
              </a:ext>
            </a:extLst>
          </p:cNvPr>
          <p:cNvSpPr txBox="1"/>
          <p:nvPr/>
        </p:nvSpPr>
        <p:spPr>
          <a:xfrm>
            <a:off x="2892424" y="6297845"/>
            <a:ext cx="6400800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Reads configuration in 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etc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adduser.conf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dirty="0"/>
              <a:t>and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etc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deluser.conf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690CF5-39E8-4299-B2C9-CC12B4519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043" y="278046"/>
            <a:ext cx="635369" cy="63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Print the usernames of users currently logged in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users [options] [file]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currently logged users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285259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Show who is logged on and what they are doing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w [options] user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information about the logged on users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w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shorter version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w --short</a:t>
            </a:r>
          </a:p>
        </p:txBody>
      </p:sp>
    </p:spTree>
    <p:extLst>
      <p:ext uri="{BB962C8B-B14F-4D97-AF65-F5344CB8AC3E}">
        <p14:creationId xmlns:p14="http://schemas.microsoft.com/office/powerpoint/2010/main" val="358901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Show who is logged on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who [options] [file | arg1 arg2]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currently logged users with headers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who -Hu </a:t>
            </a:r>
          </a:p>
        </p:txBody>
      </p:sp>
    </p:spTree>
    <p:extLst>
      <p:ext uri="{BB962C8B-B14F-4D97-AF65-F5344CB8AC3E}">
        <p14:creationId xmlns:p14="http://schemas.microsoft.com/office/powerpoint/2010/main" val="17790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Show listing of last logged in users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last [options]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List the last five lines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last -n 5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full login and logout times and dates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last -F</a:t>
            </a:r>
          </a:p>
        </p:txBody>
      </p:sp>
    </p:spTree>
    <p:extLst>
      <p:ext uri="{BB962C8B-B14F-4D97-AF65-F5344CB8AC3E}">
        <p14:creationId xmlns:p14="http://schemas.microsoft.com/office/powerpoint/2010/main" val="150457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Show listing of last unsuccessful login attempts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lastb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lastb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List the last five lines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lastb</a:t>
            </a:r>
            <a:r>
              <a:rPr lang="en-US" sz="3000" dirty="0">
                <a:solidFill>
                  <a:schemeClr val="tx1"/>
                </a:solidFill>
                <a:effectLst/>
              </a:rPr>
              <a:t> -n 5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Display full user and domain names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lastb</a:t>
            </a:r>
            <a:r>
              <a:rPr lang="en-US" sz="3000" dirty="0">
                <a:solidFill>
                  <a:schemeClr val="tx1"/>
                </a:solidFill>
                <a:effectLst/>
              </a:rPr>
              <a:t> -w</a:t>
            </a:r>
          </a:p>
        </p:txBody>
      </p:sp>
    </p:spTree>
    <p:extLst>
      <p:ext uri="{BB962C8B-B14F-4D97-AF65-F5344CB8AC3E}">
        <p14:creationId xmlns:p14="http://schemas.microsoft.com/office/powerpoint/2010/main" val="319560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Report most recent login for all users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lastlog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lastlog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List users and the last time they logged in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lastlog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6072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Update user’s authentication tokens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passwd [options] [login]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Change password for the logged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passwd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Change password for another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passwd username</a:t>
            </a:r>
          </a:p>
        </p:txBody>
      </p:sp>
    </p:spTree>
    <p:extLst>
      <p:ext uri="{BB962C8B-B14F-4D97-AF65-F5344CB8AC3E}">
        <p14:creationId xmlns:p14="http://schemas.microsoft.com/office/powerpoint/2010/main" val="55290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Change user password expiry information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chage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chage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login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account aging information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chage</a:t>
            </a:r>
            <a:r>
              <a:rPr lang="en-US" sz="3000" dirty="0">
                <a:solidFill>
                  <a:schemeClr val="tx1"/>
                </a:solidFill>
                <a:effectLst/>
              </a:rPr>
              <a:t> -l user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Set expiry date for an account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chage</a:t>
            </a:r>
            <a:r>
              <a:rPr lang="en-US" sz="3000" dirty="0">
                <a:solidFill>
                  <a:schemeClr val="tx1"/>
                </a:solidFill>
                <a:effectLst/>
              </a:rPr>
              <a:t> -E 2019-12-31 username</a:t>
            </a:r>
          </a:p>
        </p:txBody>
      </p:sp>
    </p:spTree>
    <p:extLst>
      <p:ext uri="{BB962C8B-B14F-4D97-AF65-F5344CB8AC3E}">
        <p14:creationId xmlns:p14="http://schemas.microsoft.com/office/powerpoint/2010/main" val="400839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Change user finger (descriptive) information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chfn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chfn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[login]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Change finger information for the current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chfn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Set full name and office of a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chfn</a:t>
            </a:r>
            <a:r>
              <a:rPr lang="en-US" sz="3000" dirty="0">
                <a:solidFill>
                  <a:schemeClr val="tx1"/>
                </a:solidFill>
                <a:effectLst/>
              </a:rPr>
              <a:t> -f 'User 2' -o 'IT' user2</a:t>
            </a:r>
          </a:p>
        </p:txBody>
      </p:sp>
    </p:spTree>
    <p:extLst>
      <p:ext uri="{BB962C8B-B14F-4D97-AF65-F5344CB8AC3E}">
        <p14:creationId xmlns:p14="http://schemas.microsoft.com/office/powerpoint/2010/main" val="180789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Change user shell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chsh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chsh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[login]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List available shells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chsh</a:t>
            </a:r>
            <a:r>
              <a:rPr lang="en-US" sz="3000" dirty="0">
                <a:solidFill>
                  <a:schemeClr val="tx1"/>
                </a:solidFill>
                <a:effectLst/>
              </a:rPr>
              <a:t> --list-shells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Change the shell of a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chsh</a:t>
            </a:r>
            <a:r>
              <a:rPr lang="en-US" sz="3000" dirty="0">
                <a:solidFill>
                  <a:schemeClr val="tx1"/>
                </a:solidFill>
                <a:effectLst/>
              </a:rPr>
              <a:t> -s /bin/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sh</a:t>
            </a:r>
            <a:r>
              <a:rPr lang="en-US" sz="3000" dirty="0">
                <a:solidFill>
                  <a:schemeClr val="tx1"/>
                </a:solidFill>
                <a:effectLst/>
              </a:rPr>
              <a:t> user2</a:t>
            </a:r>
          </a:p>
        </p:txBody>
      </p:sp>
    </p:spTree>
    <p:extLst>
      <p:ext uri="{BB962C8B-B14F-4D97-AF65-F5344CB8AC3E}">
        <p14:creationId xmlns:p14="http://schemas.microsoft.com/office/powerpoint/2010/main" val="146971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Create a new group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groupadd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groupadd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group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Add group and assign the next available id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groupadd</a:t>
            </a:r>
            <a:r>
              <a:rPr lang="en-US" sz="3000" dirty="0">
                <a:solidFill>
                  <a:schemeClr val="tx1"/>
                </a:solidFill>
                <a:effectLst/>
              </a:rPr>
              <a:t> accounting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Add group with custom id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groupadd</a:t>
            </a:r>
            <a:r>
              <a:rPr lang="en-US" sz="3000" dirty="0">
                <a:solidFill>
                  <a:schemeClr val="tx1"/>
                </a:solidFill>
                <a:effectLst/>
              </a:rPr>
              <a:t> -g 2000 developers</a:t>
            </a:r>
          </a:p>
        </p:txBody>
      </p:sp>
    </p:spTree>
    <p:extLst>
      <p:ext uri="{BB962C8B-B14F-4D97-AF65-F5344CB8AC3E}">
        <p14:creationId xmlns:p14="http://schemas.microsoft.com/office/powerpoint/2010/main" val="233523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Modify a group definition on the system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groupmod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groupmod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group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Rename a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groupmod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-n newname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oldname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Change group id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groupmod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-g 1500 accounting</a:t>
            </a:r>
          </a:p>
        </p:txBody>
      </p:sp>
    </p:spTree>
    <p:extLst>
      <p:ext uri="{BB962C8B-B14F-4D97-AF65-F5344CB8AC3E}">
        <p14:creationId xmlns:p14="http://schemas.microsoft.com/office/powerpoint/2010/main" val="354180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Delete a group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groupdel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groupdel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group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Delete a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groupdel</a:t>
            </a:r>
            <a:r>
              <a:rPr lang="en-US" sz="3000" dirty="0">
                <a:solidFill>
                  <a:schemeClr val="tx1"/>
                </a:solidFill>
                <a:effectLst/>
              </a:rPr>
              <a:t> accounting</a:t>
            </a:r>
          </a:p>
        </p:txBody>
      </p:sp>
    </p:spTree>
    <p:extLst>
      <p:ext uri="{BB962C8B-B14F-4D97-AF65-F5344CB8AC3E}">
        <p14:creationId xmlns:p14="http://schemas.microsoft.com/office/powerpoint/2010/main" val="239056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Create a new user or system group*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addgroup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addgroup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group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Create new user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addgroup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itstaff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Create new system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addgroup</a:t>
            </a:r>
            <a:r>
              <a:rPr lang="en-US" sz="3000" dirty="0">
                <a:solidFill>
                  <a:schemeClr val="tx1"/>
                </a:solidFill>
                <a:effectLst/>
              </a:rPr>
              <a:t> --system daemons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2AD50-6A99-4BF8-A28C-AC2ADF54D1DE}"/>
              </a:ext>
            </a:extLst>
          </p:cNvPr>
          <p:cNvSpPr txBox="1"/>
          <p:nvPr/>
        </p:nvSpPr>
        <p:spPr>
          <a:xfrm>
            <a:off x="3932188" y="6297845"/>
            <a:ext cx="4321271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Reads configuration in 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etc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adduser.conf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E50AB9-DE74-4BF1-B827-59727F601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243" y="278046"/>
            <a:ext cx="635369" cy="63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0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Remove user or system groups*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delgroup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delgroup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group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Remove user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delgroup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itstaff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Remove system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delgroup</a:t>
            </a:r>
            <a:r>
              <a:rPr lang="en-US" sz="3000" dirty="0">
                <a:solidFill>
                  <a:schemeClr val="tx1"/>
                </a:solidFill>
                <a:effectLst/>
              </a:rPr>
              <a:t> --system daemons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2AD50-6A99-4BF8-A28C-AC2ADF54D1DE}"/>
              </a:ext>
            </a:extLst>
          </p:cNvPr>
          <p:cNvSpPr txBox="1"/>
          <p:nvPr/>
        </p:nvSpPr>
        <p:spPr>
          <a:xfrm>
            <a:off x="2892424" y="6297845"/>
            <a:ext cx="6400800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Reads configuration in 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etc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adduser.conf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dirty="0"/>
              <a:t>and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etc</a:t>
            </a:r>
            <a:r>
              <a:rPr lang="en-US" sz="1800" b="1" dirty="0">
                <a:solidFill>
                  <a:schemeClr val="bg1"/>
                </a:solidFill>
              </a:rPr>
              <a:t>/</a:t>
            </a:r>
            <a:r>
              <a:rPr lang="en-US" sz="1800" b="1" dirty="0" err="1">
                <a:solidFill>
                  <a:schemeClr val="bg1"/>
                </a:solidFill>
              </a:rPr>
              <a:t>deluser.conf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A54F11-71A5-45B4-8574-3A5682724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843" y="278046"/>
            <a:ext cx="635369" cy="63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94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Print the groups a user is in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groups [options] [username]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list of groups to which a user belongs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groups</a:t>
            </a:r>
          </a:p>
        </p:txBody>
      </p:sp>
    </p:spTree>
    <p:extLst>
      <p:ext uri="{BB962C8B-B14F-4D97-AF65-F5344CB8AC3E}">
        <p14:creationId xmlns:p14="http://schemas.microsoft.com/office/powerpoint/2010/main" val="90982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Administer groups and their passwords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gpasswd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gpasswd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group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Change password of a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gpasswd</a:t>
            </a:r>
            <a:r>
              <a:rPr lang="en-US" sz="3000" dirty="0">
                <a:solidFill>
                  <a:schemeClr val="tx1"/>
                </a:solidFill>
                <a:effectLst/>
              </a:rPr>
              <a:t> developers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Set a user as administrator for a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gpasswd</a:t>
            </a:r>
            <a:r>
              <a:rPr lang="en-US" sz="3000" dirty="0">
                <a:solidFill>
                  <a:schemeClr val="tx1"/>
                </a:solidFill>
                <a:effectLst/>
              </a:rPr>
              <a:t> -A user developers</a:t>
            </a:r>
          </a:p>
        </p:txBody>
      </p:sp>
    </p:spTree>
    <p:extLst>
      <p:ext uri="{BB962C8B-B14F-4D97-AF65-F5344CB8AC3E}">
        <p14:creationId xmlns:p14="http://schemas.microsoft.com/office/powerpoint/2010/main" val="424226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Log in to a new group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newgrp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newgrp</a:t>
            </a:r>
            <a:r>
              <a:rPr lang="en-US" sz="3000" dirty="0">
                <a:solidFill>
                  <a:schemeClr val="tx1"/>
                </a:solidFill>
                <a:effectLst/>
              </a:rPr>
              <a:t> [-] [group]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Change current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newgrp</a:t>
            </a:r>
            <a:r>
              <a:rPr lang="en-US" sz="3000" dirty="0">
                <a:solidFill>
                  <a:schemeClr val="tx1"/>
                </a:solidFill>
                <a:effectLst/>
              </a:rPr>
              <a:t> developers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Simulates user login while changing the group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newgrp</a:t>
            </a:r>
            <a:r>
              <a:rPr lang="en-US" sz="3000" dirty="0">
                <a:solidFill>
                  <a:schemeClr val="tx1"/>
                </a:solidFill>
                <a:effectLst/>
              </a:rPr>
              <a:t> - developers</a:t>
            </a:r>
          </a:p>
        </p:txBody>
      </p:sp>
    </p:spTree>
    <p:extLst>
      <p:ext uri="{BB962C8B-B14F-4D97-AF65-F5344CB8AC3E}">
        <p14:creationId xmlns:p14="http://schemas.microsoft.com/office/powerpoint/2010/main" val="144484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Print real and effective user and group IDs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id [option] [user]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user and group information for current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id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group IDs of a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id -G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newuser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0747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Execute a command as another user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sudo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Execute command as root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useradd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testuser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Execute command as another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3000" dirty="0">
                <a:solidFill>
                  <a:schemeClr val="tx1"/>
                </a:solidFill>
                <a:effectLst/>
              </a:rPr>
              <a:t> -u helpdesk ls /home/helpdesk</a:t>
            </a:r>
          </a:p>
        </p:txBody>
      </p:sp>
    </p:spTree>
    <p:extLst>
      <p:ext uri="{BB962C8B-B14F-4D97-AF65-F5344CB8AC3E}">
        <p14:creationId xmlns:p14="http://schemas.microsoft.com/office/powerpoint/2010/main" val="141543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Run a command with substitute user and group ID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su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[-] [user]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Switch to a 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</a:t>
            </a:r>
            <a:r>
              <a:rPr lang="en-US" sz="3000" dirty="0">
                <a:solidFill>
                  <a:schemeClr val="tx1"/>
                </a:solidFill>
                <a:effectLst/>
              </a:rPr>
              <a:t> helpdesk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Switch to a user with login shell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su</a:t>
            </a:r>
            <a:r>
              <a:rPr lang="en-US" sz="3000" dirty="0">
                <a:solidFill>
                  <a:schemeClr val="tx1"/>
                </a:solidFill>
                <a:effectLst/>
              </a:rPr>
              <a:t> - helpdesk</a:t>
            </a:r>
          </a:p>
        </p:txBody>
      </p:sp>
    </p:spTree>
    <p:extLst>
      <p:ext uri="{BB962C8B-B14F-4D97-AF65-F5344CB8AC3E}">
        <p14:creationId xmlns:p14="http://schemas.microsoft.com/office/powerpoint/2010/main" val="161988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2F859-4FD7-4A62-8411-15DF565A6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Access Rights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C2430-B459-4FA3-AFDD-18685DD528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Mechanics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4123858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Two levels</a:t>
            </a:r>
          </a:p>
          <a:p>
            <a:pPr marL="892237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Discretionary Access Control (</a:t>
            </a:r>
            <a:r>
              <a:rPr lang="en-US" b="1" dirty="0">
                <a:solidFill>
                  <a:schemeClr val="bg1"/>
                </a:solidFill>
              </a:rPr>
              <a:t>DAC</a:t>
            </a:r>
            <a:r>
              <a:rPr lang="en-US" dirty="0"/>
              <a:t>)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Regular </a:t>
            </a:r>
            <a:r>
              <a:rPr lang="en-US" b="1" dirty="0">
                <a:solidFill>
                  <a:schemeClr val="bg1"/>
                </a:solidFill>
              </a:rPr>
              <a:t>file access permissions *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Access Control Lists (</a:t>
            </a:r>
            <a:r>
              <a:rPr lang="en-US" b="1" dirty="0">
                <a:solidFill>
                  <a:schemeClr val="bg1"/>
                </a:solidFill>
              </a:rPr>
              <a:t>ACL</a:t>
            </a:r>
            <a:r>
              <a:rPr lang="en-US" dirty="0"/>
              <a:t>) **</a:t>
            </a:r>
          </a:p>
          <a:p>
            <a:pPr marL="892237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Mandatory Access Control (</a:t>
            </a:r>
            <a:r>
              <a:rPr lang="en-US" b="1" dirty="0">
                <a:solidFill>
                  <a:schemeClr val="bg1"/>
                </a:solidFill>
              </a:rPr>
              <a:t>MAC</a:t>
            </a:r>
            <a:r>
              <a:rPr lang="en-US" dirty="0"/>
              <a:t>)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Typical examples - </a:t>
            </a:r>
            <a:r>
              <a:rPr lang="en-US" b="1" dirty="0" err="1">
                <a:solidFill>
                  <a:schemeClr val="bg1"/>
                </a:solidFill>
              </a:rPr>
              <a:t>SELinux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 err="1">
                <a:solidFill>
                  <a:schemeClr val="bg1"/>
                </a:solidFill>
              </a:rPr>
              <a:t>AppArmor</a:t>
            </a:r>
            <a:endParaRPr lang="en-US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Applied from </a:t>
            </a:r>
            <a:r>
              <a:rPr lang="en-US" b="1" dirty="0">
                <a:solidFill>
                  <a:schemeClr val="bg1"/>
                </a:solidFill>
              </a:rPr>
              <a:t>Level 1</a:t>
            </a:r>
            <a:r>
              <a:rPr lang="en-US" dirty="0"/>
              <a:t> to </a:t>
            </a:r>
            <a:r>
              <a:rPr lang="en-US" b="1" dirty="0">
                <a:solidFill>
                  <a:schemeClr val="bg1"/>
                </a:solidFill>
              </a:rPr>
              <a:t>Level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Words on Security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C9381-E624-4689-8065-077A956279F0}"/>
              </a:ext>
            </a:extLst>
          </p:cNvPr>
          <p:cNvSpPr txBox="1"/>
          <p:nvPr/>
        </p:nvSpPr>
        <p:spPr>
          <a:xfrm>
            <a:off x="0" y="5791200"/>
            <a:ext cx="12245249" cy="812246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Current process UID and GID are compared with the UID and GID of the file being accessed with regards to the permissions set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** ACL is a list of permissions attached to an object in the file system. It extends standard permissions and allows more options</a:t>
            </a:r>
          </a:p>
        </p:txBody>
      </p:sp>
    </p:spTree>
    <p:extLst>
      <p:ext uri="{BB962C8B-B14F-4D97-AF65-F5344CB8AC3E}">
        <p14:creationId xmlns:p14="http://schemas.microsoft.com/office/powerpoint/2010/main" val="38677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Rights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1012" y="1752600"/>
            <a:ext cx="9148398" cy="1524000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751012" y="3352800"/>
            <a:ext cx="7772400" cy="3147064"/>
            <a:chOff x="1751012" y="3352800"/>
            <a:chExt cx="7772400" cy="3147064"/>
          </a:xfrm>
          <a:solidFill>
            <a:schemeClr val="accent6"/>
          </a:solidFill>
        </p:grpSpPr>
        <p:sp>
          <p:nvSpPr>
            <p:cNvPr id="7" name="Right Brace 6"/>
            <p:cNvSpPr/>
            <p:nvPr/>
          </p:nvSpPr>
          <p:spPr>
            <a:xfrm rot="5400000">
              <a:off x="2322512" y="2781300"/>
              <a:ext cx="304800" cy="1447800"/>
            </a:xfrm>
            <a:prstGeom prst="rightBrace">
              <a:avLst>
                <a:gd name="adj1" fmla="val 0"/>
                <a:gd name="adj2" fmla="val 50000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856412" y="5257800"/>
              <a:ext cx="2667000" cy="1242064"/>
            </a:xfrm>
            <a:prstGeom prst="round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u="sng" dirty="0"/>
                <a:t>Access Rights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r</a:t>
              </a:r>
              <a:r>
                <a:rPr lang="en-US" sz="2000" b="1" dirty="0">
                  <a:solidFill>
                    <a:schemeClr val="tx1"/>
                  </a:solidFill>
                </a:rPr>
                <a:t>ead </a:t>
              </a:r>
              <a:r>
                <a:rPr lang="en-US" sz="2000" dirty="0">
                  <a:solidFill>
                    <a:schemeClr val="tx1"/>
                  </a:solidFill>
                </a:rPr>
                <a:t>/</a:t>
              </a:r>
              <a:r>
                <a:rPr lang="en-US" sz="2000" b="1" dirty="0">
                  <a:solidFill>
                    <a:schemeClr val="tx1"/>
                  </a:solidFill>
                </a:rPr>
                <a:t> </a:t>
              </a:r>
              <a:r>
                <a:rPr lang="en-US" sz="2000" b="1" dirty="0">
                  <a:solidFill>
                    <a:schemeClr val="bg1"/>
                  </a:solidFill>
                </a:rPr>
                <a:t>w</a:t>
              </a:r>
              <a:r>
                <a:rPr lang="en-US" sz="2000" b="1" dirty="0">
                  <a:solidFill>
                    <a:schemeClr val="tx1"/>
                  </a:solidFill>
                </a:rPr>
                <a:t>rite </a:t>
              </a:r>
              <a:r>
                <a:rPr lang="en-US" sz="2000" dirty="0">
                  <a:solidFill>
                    <a:schemeClr val="tx1"/>
                  </a:solidFill>
                </a:rPr>
                <a:t>/</a:t>
              </a:r>
              <a:r>
                <a:rPr lang="en-US" sz="2000" b="1" dirty="0">
                  <a:solidFill>
                    <a:schemeClr val="tx1"/>
                  </a:solidFill>
                </a:rPr>
                <a:t> e</a:t>
              </a:r>
              <a:r>
                <a:rPr lang="en-US" sz="2000" b="1" dirty="0">
                  <a:solidFill>
                    <a:schemeClr val="bg1"/>
                  </a:solidFill>
                </a:rPr>
                <a:t>x</a:t>
              </a:r>
              <a:r>
                <a:rPr lang="en-US" sz="2000" b="1" dirty="0">
                  <a:solidFill>
                    <a:schemeClr val="tx1"/>
                  </a:solidFill>
                </a:rPr>
                <a:t>ecute</a:t>
              </a:r>
              <a:endParaRPr lang="bg-BG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Elbow Connector 11"/>
            <p:cNvCxnSpPr>
              <a:stCxn id="7" idx="1"/>
              <a:endCxn id="10" idx="1"/>
            </p:cNvCxnSpPr>
            <p:nvPr/>
          </p:nvCxnSpPr>
          <p:spPr>
            <a:xfrm rot="16200000" flipH="1">
              <a:off x="3555046" y="2577466"/>
              <a:ext cx="2221232" cy="4381500"/>
            </a:xfrm>
            <a:prstGeom prst="bentConnector4">
              <a:avLst>
                <a:gd name="adj1" fmla="val 100051"/>
                <a:gd name="adj2" fmla="val 51739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3732212" y="3352801"/>
            <a:ext cx="5791200" cy="1825561"/>
            <a:chOff x="3732212" y="3352801"/>
            <a:chExt cx="5791200" cy="1825561"/>
          </a:xfrm>
          <a:solidFill>
            <a:schemeClr val="accent6"/>
          </a:solidFill>
        </p:grpSpPr>
        <p:sp>
          <p:nvSpPr>
            <p:cNvPr id="8" name="Right Brace 7"/>
            <p:cNvSpPr/>
            <p:nvPr/>
          </p:nvSpPr>
          <p:spPr>
            <a:xfrm rot="5400000">
              <a:off x="4037012" y="3048001"/>
              <a:ext cx="304800" cy="914400"/>
            </a:xfrm>
            <a:prstGeom prst="rightBrace">
              <a:avLst>
                <a:gd name="adj1" fmla="val 0"/>
                <a:gd name="adj2" fmla="val 50000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856412" y="4495800"/>
              <a:ext cx="2667000" cy="682562"/>
            </a:xfrm>
            <a:prstGeom prst="round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Owner</a:t>
              </a:r>
              <a:endParaRPr lang="bg-BG" sz="2000" b="1" dirty="0"/>
            </a:p>
          </p:txBody>
        </p:sp>
        <p:cxnSp>
          <p:nvCxnSpPr>
            <p:cNvPr id="19" name="Elbow Connector 18"/>
            <p:cNvCxnSpPr>
              <a:stCxn id="8" idx="1"/>
              <a:endCxn id="17" idx="1"/>
            </p:cNvCxnSpPr>
            <p:nvPr/>
          </p:nvCxnSpPr>
          <p:spPr>
            <a:xfrm rot="16200000" flipH="1">
              <a:off x="4933172" y="2913841"/>
              <a:ext cx="1179480" cy="2667000"/>
            </a:xfrm>
            <a:prstGeom prst="bentConnector4">
              <a:avLst>
                <a:gd name="adj1" fmla="val 99705"/>
                <a:gd name="adj2" fmla="val 52857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4722812" y="3352800"/>
            <a:ext cx="4800600" cy="1063562"/>
            <a:chOff x="4722812" y="3352800"/>
            <a:chExt cx="4800600" cy="1063562"/>
          </a:xfrm>
          <a:solidFill>
            <a:schemeClr val="accent6"/>
          </a:solidFill>
        </p:grpSpPr>
        <p:sp>
          <p:nvSpPr>
            <p:cNvPr id="9" name="Right Brace 8"/>
            <p:cNvSpPr/>
            <p:nvPr/>
          </p:nvSpPr>
          <p:spPr>
            <a:xfrm rot="5400000">
              <a:off x="5027612" y="3048000"/>
              <a:ext cx="304800" cy="914400"/>
            </a:xfrm>
            <a:prstGeom prst="rightBrace">
              <a:avLst>
                <a:gd name="adj1" fmla="val 0"/>
                <a:gd name="adj2" fmla="val 50000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856412" y="3733800"/>
              <a:ext cx="2667000" cy="682562"/>
            </a:xfrm>
            <a:prstGeom prst="round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Group</a:t>
              </a:r>
              <a:endParaRPr lang="bg-BG" sz="2000" b="1" dirty="0"/>
            </a:p>
          </p:txBody>
        </p:sp>
        <p:cxnSp>
          <p:nvCxnSpPr>
            <p:cNvPr id="23" name="Elbow Connector 22"/>
            <p:cNvCxnSpPr>
              <a:stCxn id="9" idx="1"/>
              <a:endCxn id="21" idx="1"/>
            </p:cNvCxnSpPr>
            <p:nvPr/>
          </p:nvCxnSpPr>
          <p:spPr>
            <a:xfrm rot="16200000" flipH="1">
              <a:off x="5809471" y="3028140"/>
              <a:ext cx="417481" cy="1676400"/>
            </a:xfrm>
            <a:prstGeom prst="bentConnector4">
              <a:avLst>
                <a:gd name="adj1" fmla="val 101047"/>
                <a:gd name="adj2" fmla="val 54545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011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800" b="1" dirty="0">
                <a:solidFill>
                  <a:schemeClr val="bg1"/>
                </a:solidFill>
              </a:rPr>
              <a:t>Read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2400" b="1" dirty="0">
                <a:solidFill>
                  <a:schemeClr val="bg1"/>
                </a:solidFill>
              </a:rPr>
              <a:t>Files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dirty="0"/>
              <a:t>- allows a user to view the contents of the file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2400" b="1" dirty="0">
                <a:solidFill>
                  <a:schemeClr val="bg1"/>
                </a:solidFill>
              </a:rPr>
              <a:t>Directories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dirty="0"/>
              <a:t>- allows a user to view the names of the file in the directory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800" b="1" dirty="0">
                <a:solidFill>
                  <a:schemeClr val="bg1"/>
                </a:solidFill>
              </a:rPr>
              <a:t>Write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2400" b="1" dirty="0">
                <a:solidFill>
                  <a:schemeClr val="bg1"/>
                </a:solidFill>
              </a:rPr>
              <a:t>Files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dirty="0"/>
              <a:t>- allows a user to modify and delete the file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2400" b="1" dirty="0">
                <a:solidFill>
                  <a:schemeClr val="bg1"/>
                </a:solidFill>
              </a:rPr>
              <a:t>Directories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dirty="0"/>
              <a:t>- allows a user to delete the directory, modify its contents (create, delete, and rename files in it), and modify the contents of files that the user can read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800" b="1" dirty="0">
                <a:solidFill>
                  <a:schemeClr val="bg1"/>
                </a:solidFill>
              </a:rPr>
              <a:t>Execute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2400" b="1" dirty="0">
                <a:solidFill>
                  <a:schemeClr val="bg1"/>
                </a:solidFill>
              </a:rPr>
              <a:t>Files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dirty="0"/>
              <a:t>- allows a user to execute a file (the user must also have read permission)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2400" b="1" dirty="0">
                <a:solidFill>
                  <a:schemeClr val="bg1"/>
                </a:solidFill>
              </a:rPr>
              <a:t>Directories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dirty="0"/>
              <a:t>- allows a user to access, or traverse, into and access metadata about </a:t>
            </a:r>
            <a:br>
              <a:rPr lang="bg-BG" sz="2400" dirty="0"/>
            </a:br>
            <a:r>
              <a:rPr lang="en-US" sz="2400" dirty="0"/>
              <a:t>files in the directory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Rights - Meaning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97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/>
          <p:cNvGrpSpPr/>
          <p:nvPr/>
        </p:nvGrpSpPr>
        <p:grpSpPr>
          <a:xfrm>
            <a:off x="2284411" y="1971664"/>
            <a:ext cx="8153401" cy="2968538"/>
            <a:chOff x="2132012" y="2276464"/>
            <a:chExt cx="8153401" cy="2968538"/>
          </a:xfrm>
          <a:solidFill>
            <a:schemeClr val="accent6"/>
          </a:solidFill>
        </p:grpSpPr>
        <p:sp>
          <p:nvSpPr>
            <p:cNvPr id="7" name="Right Brace 6"/>
            <p:cNvSpPr/>
            <p:nvPr/>
          </p:nvSpPr>
          <p:spPr>
            <a:xfrm rot="5400000">
              <a:off x="2703512" y="1704964"/>
              <a:ext cx="304800" cy="1447800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7618413" y="4498204"/>
              <a:ext cx="2667000" cy="746798"/>
            </a:xfrm>
            <a:prstGeom prst="round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u="sng" dirty="0"/>
                <a:t>Owner</a:t>
              </a:r>
            </a:p>
            <a:p>
              <a:pPr algn="ctr"/>
              <a:r>
                <a:rPr lang="en-US" sz="2000" b="1" dirty="0" err="1">
                  <a:solidFill>
                    <a:schemeClr val="tx1"/>
                  </a:solidFill>
                </a:rPr>
                <a:t>rwx</a:t>
              </a:r>
              <a:r>
                <a:rPr lang="en-US" sz="2000" dirty="0">
                  <a:solidFill>
                    <a:schemeClr val="tx1"/>
                  </a:solidFill>
                </a:rPr>
                <a:t> = Full rights</a:t>
              </a:r>
              <a:endParaRPr lang="bg-BG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Elbow Connector 54"/>
            <p:cNvCxnSpPr>
              <a:endCxn id="54" idx="1"/>
            </p:cNvCxnSpPr>
            <p:nvPr/>
          </p:nvCxnSpPr>
          <p:spPr>
            <a:xfrm rot="16200000" flipH="1">
              <a:off x="4091993" y="1345183"/>
              <a:ext cx="2290339" cy="4762500"/>
            </a:xfrm>
            <a:prstGeom prst="bentConnector4">
              <a:avLst>
                <a:gd name="adj1" fmla="val 99913"/>
                <a:gd name="adj2" fmla="val 51600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Rights - Symbolic Notation (*,**)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98</a:t>
            </a:fld>
            <a:endParaRPr lang="en-US" dirty="0"/>
          </a:p>
        </p:txBody>
      </p:sp>
      <p:grpSp>
        <p:nvGrpSpPr>
          <p:cNvPr id="53" name="Group 52"/>
          <p:cNvGrpSpPr/>
          <p:nvPr/>
        </p:nvGrpSpPr>
        <p:grpSpPr>
          <a:xfrm>
            <a:off x="4081021" y="1994797"/>
            <a:ext cx="6356790" cy="2022327"/>
            <a:chOff x="3928622" y="2299597"/>
            <a:chExt cx="6356790" cy="2022327"/>
          </a:xfrm>
          <a:solidFill>
            <a:schemeClr val="accent6"/>
          </a:solidFill>
        </p:grpSpPr>
        <p:sp>
          <p:nvSpPr>
            <p:cNvPr id="8" name="Right Brace 7"/>
            <p:cNvSpPr/>
            <p:nvPr/>
          </p:nvSpPr>
          <p:spPr>
            <a:xfrm rot="5400000">
              <a:off x="4501193" y="1727026"/>
              <a:ext cx="304800" cy="1449942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618412" y="3575126"/>
              <a:ext cx="2667000" cy="746798"/>
            </a:xfrm>
            <a:prstGeom prst="round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u="sng" dirty="0"/>
                <a:t>Owner’s group</a:t>
              </a:r>
            </a:p>
            <a:p>
              <a:pPr algn="ctr"/>
              <a:r>
                <a:rPr lang="en-US" sz="2000" b="1" dirty="0" err="1">
                  <a:solidFill>
                    <a:schemeClr val="tx1"/>
                  </a:solidFill>
                </a:rPr>
                <a:t>rw</a:t>
              </a:r>
              <a:r>
                <a:rPr lang="en-US" sz="2000" b="1" dirty="0">
                  <a:solidFill>
                    <a:schemeClr val="tx1"/>
                  </a:solidFill>
                </a:rPr>
                <a:t>-</a:t>
              </a:r>
              <a:r>
                <a:rPr lang="en-US" sz="2000" dirty="0">
                  <a:solidFill>
                    <a:schemeClr val="tx1"/>
                  </a:solidFill>
                </a:rPr>
                <a:t> = Read and write</a:t>
              </a:r>
              <a:endParaRPr lang="bg-BG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Elbow Connector 18"/>
            <p:cNvCxnSpPr>
              <a:stCxn id="8" idx="1"/>
              <a:endCxn id="17" idx="1"/>
            </p:cNvCxnSpPr>
            <p:nvPr/>
          </p:nvCxnSpPr>
          <p:spPr>
            <a:xfrm rot="16200000" flipH="1">
              <a:off x="5463938" y="1794052"/>
              <a:ext cx="1344128" cy="2964819"/>
            </a:xfrm>
            <a:prstGeom prst="bentConnector4">
              <a:avLst>
                <a:gd name="adj1" fmla="val 100115"/>
                <a:gd name="adj2" fmla="val 52570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5878701" y="2017931"/>
            <a:ext cx="4559110" cy="1076115"/>
            <a:chOff x="5726302" y="2322731"/>
            <a:chExt cx="4559110" cy="1076115"/>
          </a:xfrm>
          <a:solidFill>
            <a:schemeClr val="accent6"/>
          </a:solidFill>
        </p:grpSpPr>
        <p:sp>
          <p:nvSpPr>
            <p:cNvPr id="9" name="Right Brace 8"/>
            <p:cNvSpPr/>
            <p:nvPr/>
          </p:nvSpPr>
          <p:spPr>
            <a:xfrm rot="5400000">
              <a:off x="6298873" y="1750160"/>
              <a:ext cx="304800" cy="1449942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618412" y="2652048"/>
              <a:ext cx="2667000" cy="746798"/>
            </a:xfrm>
            <a:prstGeom prst="round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u="sng" dirty="0"/>
                <a:t>Others</a:t>
              </a:r>
            </a:p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r--</a:t>
              </a:r>
              <a:r>
                <a:rPr lang="en-US" sz="2000" dirty="0">
                  <a:solidFill>
                    <a:schemeClr val="tx1"/>
                  </a:solidFill>
                </a:rPr>
                <a:t> = Only read</a:t>
              </a:r>
              <a:endParaRPr lang="bg-BG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Elbow Connector 22"/>
            <p:cNvCxnSpPr>
              <a:stCxn id="9" idx="1"/>
              <a:endCxn id="21" idx="1"/>
            </p:cNvCxnSpPr>
            <p:nvPr/>
          </p:nvCxnSpPr>
          <p:spPr>
            <a:xfrm rot="16200000" flipH="1">
              <a:off x="6835884" y="2242920"/>
              <a:ext cx="397916" cy="1167139"/>
            </a:xfrm>
            <a:prstGeom prst="bentConnector4">
              <a:avLst>
                <a:gd name="adj1" fmla="val 98908"/>
                <a:gd name="adj2" fmla="val 56529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1522411" y="1371600"/>
            <a:ext cx="65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  r w x  r w -  r - -</a:t>
            </a:r>
            <a:endParaRPr lang="bg-BG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1598610" y="1971665"/>
            <a:ext cx="8838399" cy="3891615"/>
            <a:chOff x="1446211" y="2276465"/>
            <a:chExt cx="8838399" cy="3891615"/>
          </a:xfrm>
          <a:solidFill>
            <a:schemeClr val="accent6"/>
          </a:solidFill>
        </p:grpSpPr>
        <p:sp>
          <p:nvSpPr>
            <p:cNvPr id="18" name="Right Brace 17"/>
            <p:cNvSpPr/>
            <p:nvPr/>
          </p:nvSpPr>
          <p:spPr>
            <a:xfrm rot="5400000">
              <a:off x="1462307" y="2260369"/>
              <a:ext cx="304799" cy="336991"/>
            </a:xfrm>
            <a:prstGeom prst="rightBrace">
              <a:avLst>
                <a:gd name="adj1" fmla="val 0"/>
                <a:gd name="adj2" fmla="val 52798"/>
              </a:avLst>
            </a:prstGeom>
            <a:no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7617610" y="5421282"/>
              <a:ext cx="2667000" cy="746798"/>
            </a:xfrm>
            <a:prstGeom prst="round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u="sng" dirty="0"/>
                <a:t>File type</a:t>
              </a:r>
            </a:p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-</a:t>
              </a:r>
              <a:r>
                <a:rPr lang="en-US" sz="2000" dirty="0">
                  <a:solidFill>
                    <a:schemeClr val="tx1"/>
                  </a:solidFill>
                </a:rPr>
                <a:t> = Regular file</a:t>
              </a:r>
              <a:endParaRPr lang="bg-BG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Elbow Connector 37"/>
            <p:cNvCxnSpPr>
              <a:stCxn id="18" idx="1"/>
              <a:endCxn id="36" idx="1"/>
            </p:cNvCxnSpPr>
            <p:nvPr/>
          </p:nvCxnSpPr>
          <p:spPr>
            <a:xfrm rot="16200000" flipH="1">
              <a:off x="3004734" y="1181806"/>
              <a:ext cx="3213417" cy="6012333"/>
            </a:xfrm>
            <a:prstGeom prst="bentConnector4">
              <a:avLst>
                <a:gd name="adj1" fmla="val 99962"/>
                <a:gd name="adj2" fmla="val 51346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B392BDD-BB03-45F9-B608-2730576CEAD5}"/>
              </a:ext>
            </a:extLst>
          </p:cNvPr>
          <p:cNvSpPr txBox="1"/>
          <p:nvPr/>
        </p:nvSpPr>
        <p:spPr>
          <a:xfrm>
            <a:off x="659001" y="5819198"/>
            <a:ext cx="10439400" cy="101031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/>
              <a:t>* When using symbolic notation individual permissions can be granted or revoked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/>
              <a:t>** Permissions changes get active immediately</a:t>
            </a:r>
          </a:p>
        </p:txBody>
      </p:sp>
    </p:spTree>
    <p:extLst>
      <p:ext uri="{BB962C8B-B14F-4D97-AF65-F5344CB8AC3E}">
        <p14:creationId xmlns:p14="http://schemas.microsoft.com/office/powerpoint/2010/main" val="375554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Rights - Octal Notation (*, **)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17309" y="1371600"/>
            <a:ext cx="65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  r w x  r w -  r - -</a:t>
            </a:r>
            <a:endParaRPr lang="bg-BG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779309" y="1971664"/>
            <a:ext cx="8982064" cy="3284092"/>
            <a:chOff x="1522412" y="2428864"/>
            <a:chExt cx="8982064" cy="3284092"/>
          </a:xfrm>
          <a:solidFill>
            <a:schemeClr val="accent6"/>
          </a:solidFill>
        </p:grpSpPr>
        <p:grpSp>
          <p:nvGrpSpPr>
            <p:cNvPr id="56" name="Group 55"/>
            <p:cNvGrpSpPr/>
            <p:nvPr/>
          </p:nvGrpSpPr>
          <p:grpSpPr>
            <a:xfrm>
              <a:off x="1522412" y="2428864"/>
              <a:ext cx="8982064" cy="3284092"/>
              <a:chOff x="2132012" y="2276464"/>
              <a:chExt cx="8982064" cy="3284092"/>
            </a:xfrm>
            <a:grpFill/>
          </p:grpSpPr>
          <p:sp>
            <p:nvSpPr>
              <p:cNvPr id="7" name="Right Brace 6"/>
              <p:cNvSpPr/>
              <p:nvPr/>
            </p:nvSpPr>
            <p:spPr>
              <a:xfrm rot="5400000">
                <a:off x="2703512" y="1704964"/>
                <a:ext cx="304800" cy="1447800"/>
              </a:xfrm>
              <a:prstGeom prst="rightBrace">
                <a:avLst>
                  <a:gd name="adj1" fmla="val 0"/>
                  <a:gd name="adj2" fmla="val 50000"/>
                </a:avLst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4" name="Rounded Rectangle 53"/>
              <p:cNvSpPr/>
              <p:nvPr/>
            </p:nvSpPr>
            <p:spPr>
              <a:xfrm>
                <a:off x="10199676" y="4813758"/>
                <a:ext cx="914400" cy="746798"/>
              </a:xfrm>
              <a:prstGeom prst="round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7</a:t>
                </a:r>
                <a:endParaRPr lang="bg-BG" sz="3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5" name="Elbow Connector 54"/>
              <p:cNvCxnSpPr>
                <a:stCxn id="7" idx="1"/>
                <a:endCxn id="54" idx="1"/>
              </p:cNvCxnSpPr>
              <p:nvPr/>
            </p:nvCxnSpPr>
            <p:spPr>
              <a:xfrm rot="16200000" flipH="1">
                <a:off x="5224847" y="212328"/>
                <a:ext cx="2605893" cy="7343764"/>
              </a:xfrm>
              <a:prstGeom prst="bentConnector4">
                <a:avLst>
                  <a:gd name="adj1" fmla="val 99753"/>
                  <a:gd name="adj2" fmla="val 51038"/>
                </a:avLst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/>
            <p:cNvSpPr txBox="1"/>
            <p:nvPr/>
          </p:nvSpPr>
          <p:spPr>
            <a:xfrm>
              <a:off x="2336794" y="4736494"/>
              <a:ext cx="3581400" cy="52322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1*2</a:t>
              </a:r>
              <a:r>
                <a:rPr lang="en-US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+ 1*2</a:t>
              </a:r>
              <a:r>
                <a:rPr lang="en-US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+ 1*2</a:t>
              </a:r>
              <a:r>
                <a:rPr lang="en-US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bg-BG" sz="2800" b="1" baseline="30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575919" y="1995231"/>
            <a:ext cx="7185454" cy="2233124"/>
            <a:chOff x="3319022" y="2452431"/>
            <a:chExt cx="7185454" cy="2233124"/>
          </a:xfrm>
          <a:solidFill>
            <a:schemeClr val="accent6"/>
          </a:solidFill>
        </p:grpSpPr>
        <p:grpSp>
          <p:nvGrpSpPr>
            <p:cNvPr id="53" name="Group 52"/>
            <p:cNvGrpSpPr/>
            <p:nvPr/>
          </p:nvGrpSpPr>
          <p:grpSpPr>
            <a:xfrm>
              <a:off x="3319022" y="2452431"/>
              <a:ext cx="7185454" cy="2233124"/>
              <a:chOff x="3928622" y="2299597"/>
              <a:chExt cx="7185454" cy="2233124"/>
            </a:xfrm>
            <a:grpFill/>
          </p:grpSpPr>
          <p:sp>
            <p:nvSpPr>
              <p:cNvPr id="8" name="Right Brace 7"/>
              <p:cNvSpPr/>
              <p:nvPr/>
            </p:nvSpPr>
            <p:spPr>
              <a:xfrm rot="5400000">
                <a:off x="4501193" y="1727026"/>
                <a:ext cx="304800" cy="1449942"/>
              </a:xfrm>
              <a:prstGeom prst="rightBrace">
                <a:avLst>
                  <a:gd name="adj1" fmla="val 0"/>
                  <a:gd name="adj2" fmla="val 50000"/>
                </a:avLst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10199676" y="3785923"/>
                <a:ext cx="914400" cy="746798"/>
              </a:xfrm>
              <a:prstGeom prst="round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6</a:t>
                </a:r>
                <a:endParaRPr lang="bg-BG" sz="3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Elbow Connector 18"/>
              <p:cNvCxnSpPr>
                <a:stCxn id="8" idx="1"/>
                <a:endCxn id="17" idx="1"/>
              </p:cNvCxnSpPr>
              <p:nvPr/>
            </p:nvCxnSpPr>
            <p:spPr>
              <a:xfrm rot="16200000" flipH="1">
                <a:off x="6649171" y="608818"/>
                <a:ext cx="1554925" cy="5546083"/>
              </a:xfrm>
              <a:prstGeom prst="bentConnector4">
                <a:avLst>
                  <a:gd name="adj1" fmla="val 99880"/>
                  <a:gd name="adj2" fmla="val 51374"/>
                </a:avLst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/>
            <p:cNvSpPr txBox="1"/>
            <p:nvPr/>
          </p:nvSpPr>
          <p:spPr>
            <a:xfrm>
              <a:off x="4113212" y="3708815"/>
              <a:ext cx="3581400" cy="52322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1*2</a:t>
              </a:r>
              <a:r>
                <a:rPr lang="en-US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+ 1*2</a:t>
              </a:r>
              <a:r>
                <a:rPr lang="en-US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+ 0*2</a:t>
              </a:r>
              <a:r>
                <a:rPr lang="en-US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bg-BG" sz="2800" b="1" baseline="30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373599" y="2017931"/>
            <a:ext cx="5362550" cy="1243549"/>
            <a:chOff x="5116702" y="2475131"/>
            <a:chExt cx="5362550" cy="1243549"/>
          </a:xfrm>
          <a:solidFill>
            <a:schemeClr val="accent6"/>
          </a:solidFill>
        </p:grpSpPr>
        <p:grpSp>
          <p:nvGrpSpPr>
            <p:cNvPr id="52" name="Group 51"/>
            <p:cNvGrpSpPr/>
            <p:nvPr/>
          </p:nvGrpSpPr>
          <p:grpSpPr>
            <a:xfrm>
              <a:off x="5116702" y="2475131"/>
              <a:ext cx="5362550" cy="1243549"/>
              <a:chOff x="5726302" y="2322731"/>
              <a:chExt cx="5362550" cy="1243549"/>
            </a:xfrm>
            <a:grpFill/>
          </p:grpSpPr>
          <p:sp>
            <p:nvSpPr>
              <p:cNvPr id="9" name="Right Brace 8"/>
              <p:cNvSpPr/>
              <p:nvPr/>
            </p:nvSpPr>
            <p:spPr>
              <a:xfrm rot="5400000">
                <a:off x="6298873" y="1750160"/>
                <a:ext cx="304800" cy="1449942"/>
              </a:xfrm>
              <a:prstGeom prst="rightBrace">
                <a:avLst>
                  <a:gd name="adj1" fmla="val 0"/>
                  <a:gd name="adj2" fmla="val 50000"/>
                </a:avLst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10174452" y="2819482"/>
                <a:ext cx="914400" cy="746798"/>
              </a:xfrm>
              <a:prstGeom prst="round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4</a:t>
                </a:r>
                <a:endParaRPr lang="bg-BG" sz="3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Elbow Connector 22"/>
              <p:cNvCxnSpPr>
                <a:stCxn id="9" idx="1"/>
                <a:endCxn id="21" idx="1"/>
              </p:cNvCxnSpPr>
              <p:nvPr/>
            </p:nvCxnSpPr>
            <p:spPr>
              <a:xfrm rot="16200000" flipH="1">
                <a:off x="8030187" y="1048617"/>
                <a:ext cx="565350" cy="3723179"/>
              </a:xfrm>
              <a:prstGeom prst="bentConnector4">
                <a:avLst>
                  <a:gd name="adj1" fmla="val 99629"/>
                  <a:gd name="adj2" fmla="val 52047"/>
                </a:avLst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/>
            <p:cNvSpPr txBox="1"/>
            <p:nvPr/>
          </p:nvSpPr>
          <p:spPr>
            <a:xfrm>
              <a:off x="5903912" y="2753359"/>
              <a:ext cx="3581400" cy="52322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1*2</a:t>
              </a:r>
              <a:r>
                <a:rPr lang="en-US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+ 0*2</a:t>
              </a:r>
              <a:r>
                <a:rPr lang="en-US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+ 0*2</a:t>
              </a:r>
              <a:r>
                <a:rPr lang="en-US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bg-BG" sz="2800" b="1" baseline="30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89012" y="5257800"/>
            <a:ext cx="1021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Weights: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ead -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rite -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e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ecute -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bg-BG" sz="28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9648DA-94F1-46CF-9645-2989447C31AC}"/>
              </a:ext>
            </a:extLst>
          </p:cNvPr>
          <p:cNvSpPr txBox="1"/>
          <p:nvPr/>
        </p:nvSpPr>
        <p:spPr>
          <a:xfrm>
            <a:off x="874712" y="5817731"/>
            <a:ext cx="10439400" cy="101031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/>
              <a:t>* When using octal notation permissions are set as a whole, not individually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/>
              <a:t>** Permissions changes get </a:t>
            </a:r>
            <a:r>
              <a:rPr lang="en-US"/>
              <a:t>active immediately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33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24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Rights – Notations Side by Side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100</a:t>
            </a:fld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A74657C-8DBD-417E-9C74-CBD959DFA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909676"/>
              </p:ext>
            </p:extLst>
          </p:nvPr>
        </p:nvGraphicFramePr>
        <p:xfrm>
          <a:off x="1624541" y="1828800"/>
          <a:ext cx="893974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42">
                  <a:extLst>
                    <a:ext uri="{9D8B030D-6E8A-4147-A177-3AD203B41FA5}">
                      <a16:colId xmlns:a16="http://schemas.microsoft.com/office/drawing/2014/main" val="329299291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63589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488919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069258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Permissions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9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onsolas" panose="020B0609020204030204" pitchFamily="49" charset="0"/>
                        </a:rP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 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1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onsolas" panose="020B0609020204030204" pitchFamily="49" charset="0"/>
                        </a:rPr>
                        <a:t>--x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Execute-only permission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232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onsolas" panose="020B0609020204030204" pitchFamily="49" charset="0"/>
                        </a:rPr>
                        <a:t>-w-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Write-only permission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51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sz="2400" dirty="0" err="1">
                          <a:latin typeface="Consolas" panose="020B0609020204030204" pitchFamily="49" charset="0"/>
                        </a:rPr>
                        <a:t>wx</a:t>
                      </a:r>
                      <a:endParaRPr lang="en-US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Write and execute 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19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onsolas" panose="020B0609020204030204" pitchFamily="49" charset="0"/>
                        </a:rPr>
                        <a:t>r--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Read-only permission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04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onsolas" panose="020B0609020204030204" pitchFamily="49" charset="0"/>
                        </a:rPr>
                        <a:t>r-x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Read and execute 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30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latin typeface="Consolas" panose="020B0609020204030204" pitchFamily="49" charset="0"/>
                        </a:rPr>
                        <a:t>rw</a:t>
                      </a:r>
                      <a:r>
                        <a:rPr lang="en-US" sz="24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Read and write 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335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latin typeface="Consolas" panose="020B0609020204030204" pitchFamily="49" charset="0"/>
                        </a:rPr>
                        <a:t>rwx</a:t>
                      </a:r>
                      <a:endParaRPr lang="en-US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Read, write, and execute 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307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23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For </a:t>
            </a:r>
            <a:r>
              <a:rPr lang="en-US" b="1" dirty="0">
                <a:solidFill>
                  <a:schemeClr val="bg1"/>
                </a:solidFill>
              </a:rPr>
              <a:t>files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Maximum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rights = </a:t>
            </a:r>
            <a:r>
              <a:rPr lang="en-US" b="1" dirty="0">
                <a:solidFill>
                  <a:schemeClr val="bg1"/>
                </a:solidFill>
              </a:rPr>
              <a:t>666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Subtract </a:t>
            </a:r>
            <a:r>
              <a:rPr lang="en-US" b="1" dirty="0" err="1">
                <a:solidFill>
                  <a:schemeClr val="bg1"/>
                </a:solidFill>
              </a:rPr>
              <a:t>umask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= </a:t>
            </a:r>
            <a:r>
              <a:rPr lang="en-US" b="1" dirty="0">
                <a:solidFill>
                  <a:schemeClr val="bg1"/>
                </a:solidFill>
              </a:rPr>
              <a:t>002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Result = </a:t>
            </a:r>
            <a:r>
              <a:rPr lang="en-US" b="1" dirty="0">
                <a:solidFill>
                  <a:schemeClr val="bg1"/>
                </a:solidFill>
              </a:rPr>
              <a:t>664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For </a:t>
            </a:r>
            <a:r>
              <a:rPr lang="en-US" b="1" dirty="0">
                <a:solidFill>
                  <a:schemeClr val="bg1"/>
                </a:solidFill>
              </a:rPr>
              <a:t>directories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Maximum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rights = </a:t>
            </a:r>
            <a:r>
              <a:rPr lang="en-US" b="1" dirty="0">
                <a:solidFill>
                  <a:schemeClr val="bg1"/>
                </a:solidFill>
              </a:rPr>
              <a:t>777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Subtract </a:t>
            </a:r>
            <a:r>
              <a:rPr lang="en-US" b="1" dirty="0" err="1">
                <a:solidFill>
                  <a:schemeClr val="bg1"/>
                </a:solidFill>
              </a:rPr>
              <a:t>umask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= </a:t>
            </a:r>
            <a:r>
              <a:rPr lang="en-US" b="1" dirty="0">
                <a:solidFill>
                  <a:schemeClr val="bg1"/>
                </a:solidFill>
              </a:rPr>
              <a:t>002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Result = </a:t>
            </a:r>
            <a:r>
              <a:rPr lang="en-US" b="1" dirty="0">
                <a:solidFill>
                  <a:schemeClr val="bg1"/>
                </a:solidFill>
              </a:rPr>
              <a:t>775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Access Rights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101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5674679" y="1447800"/>
            <a:ext cx="2748982" cy="3108543"/>
            <a:chOff x="6096735" y="1709954"/>
            <a:chExt cx="2590800" cy="3108543"/>
          </a:xfrm>
        </p:grpSpPr>
        <p:sp>
          <p:nvSpPr>
            <p:cNvPr id="5" name="TextBox 4"/>
            <p:cNvSpPr txBox="1"/>
            <p:nvPr/>
          </p:nvSpPr>
          <p:spPr>
            <a:xfrm>
              <a:off x="6096735" y="1709954"/>
              <a:ext cx="2590800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6   6   6</a:t>
              </a:r>
            </a:p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</a:p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0   0   2</a:t>
              </a:r>
            </a:p>
            <a:p>
              <a:endParaRPr lang="en-US" sz="28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6   6   4</a:t>
              </a:r>
            </a:p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8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rw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 </a:t>
              </a:r>
              <a:r>
                <a:rPr lang="en-US" sz="28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rw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 r--)</a:t>
              </a:r>
              <a:endParaRPr lang="bg-BG" sz="28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6401535" y="3233954"/>
              <a:ext cx="2133600" cy="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8609012" y="3501369"/>
            <a:ext cx="2748982" cy="3108543"/>
            <a:chOff x="6096735" y="1709954"/>
            <a:chExt cx="2590800" cy="3108543"/>
          </a:xfrm>
        </p:grpSpPr>
        <p:sp>
          <p:nvSpPr>
            <p:cNvPr id="12" name="TextBox 11"/>
            <p:cNvSpPr txBox="1"/>
            <p:nvPr/>
          </p:nvSpPr>
          <p:spPr>
            <a:xfrm>
              <a:off x="6096735" y="1709954"/>
              <a:ext cx="2590800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7   7   7</a:t>
              </a:r>
            </a:p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</a:p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0   0   2</a:t>
              </a:r>
            </a:p>
            <a:p>
              <a:endParaRPr lang="en-US" sz="28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7   7   5</a:t>
              </a:r>
            </a:p>
            <a:p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8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rwx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8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rwx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r-x)</a:t>
              </a:r>
              <a:endParaRPr lang="bg-BG" sz="28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V="1">
              <a:off x="6401535" y="3233954"/>
              <a:ext cx="2133600" cy="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257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40809" y="1219200"/>
            <a:ext cx="11631005" cy="22298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Prevent non-owners of a file to delete it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Usually used for directories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Numeric permission is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1xxx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Can be set in both ways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Permissions – Sticky Bit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240809" y="3941824"/>
            <a:ext cx="11658600" cy="2514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# Set sticky bit of a folder with permissions 755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1755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dir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# Set sticky bit using a symbolic notation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o+t</a:t>
            </a:r>
            <a:r>
              <a:rPr lang="en-US" sz="3000" dirty="0">
                <a:solidFill>
                  <a:schemeClr val="tx1"/>
                </a:solidFill>
                <a:effectLst/>
              </a:rPr>
              <a:t>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dir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21287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40809" y="1219200"/>
            <a:ext cx="11631005" cy="31242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Allows users to run a program as if it was member of the group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Usually used for directories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All new files are owned by the group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Numeric permission is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2xxx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Can be set in both ways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Permissions – Set Group ID (SGID)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240809" y="4419600"/>
            <a:ext cx="11658600" cy="203682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# Set SGID to a file with permissions 644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2644 script.sh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# Set SGID using a symbolic notation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g+s</a:t>
            </a:r>
            <a:r>
              <a:rPr lang="en-US" sz="3000" dirty="0">
                <a:solidFill>
                  <a:schemeClr val="tx1"/>
                </a:solidFill>
                <a:effectLst/>
              </a:rPr>
              <a:t> script.sh</a:t>
            </a:r>
          </a:p>
        </p:txBody>
      </p:sp>
    </p:spTree>
    <p:extLst>
      <p:ext uri="{BB962C8B-B14F-4D97-AF65-F5344CB8AC3E}">
        <p14:creationId xmlns:p14="http://schemas.microsoft.com/office/powerpoint/2010/main" val="295210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40809" y="1219200"/>
            <a:ext cx="11631005" cy="25908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Allows users to run a program as if it was its owner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Usually the owner is root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Numeric permission is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4xxx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Can be set in both ways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Permissions – Set User ID (SUID)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240809" y="3941824"/>
            <a:ext cx="11658600" cy="2514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# Set SUID to a file with permissions 644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4644 script.sh</a:t>
            </a:r>
          </a:p>
          <a:p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# Set SUID using a symbolic notation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u+s</a:t>
            </a:r>
            <a:r>
              <a:rPr lang="en-US" sz="3000" dirty="0">
                <a:solidFill>
                  <a:schemeClr val="tx1"/>
                </a:solidFill>
                <a:effectLst/>
              </a:rPr>
              <a:t> script.sh</a:t>
            </a:r>
          </a:p>
        </p:txBody>
      </p:sp>
    </p:spTree>
    <p:extLst>
      <p:ext uri="{BB962C8B-B14F-4D97-AF65-F5344CB8AC3E}">
        <p14:creationId xmlns:p14="http://schemas.microsoft.com/office/powerpoint/2010/main" val="39264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Change file mode bits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chmod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chmod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file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Set fixed permissions*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755 hello.sh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Remove execute permission for the group*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chmod</a:t>
            </a:r>
            <a:r>
              <a:rPr lang="en-US" sz="3000" dirty="0">
                <a:solidFill>
                  <a:schemeClr val="tx1"/>
                </a:solidFill>
                <a:effectLst/>
              </a:rPr>
              <a:t> g-x hello.sh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62A45-1C1C-4BE7-A73B-4DAFECA7D834}"/>
              </a:ext>
            </a:extLst>
          </p:cNvPr>
          <p:cNvSpPr txBox="1"/>
          <p:nvPr/>
        </p:nvSpPr>
        <p:spPr>
          <a:xfrm>
            <a:off x="2892424" y="6350452"/>
            <a:ext cx="6400800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No </a:t>
            </a:r>
            <a:r>
              <a:rPr lang="en-US" sz="1800" b="1" dirty="0" err="1"/>
              <a:t>sudo</a:t>
            </a:r>
            <a:r>
              <a:rPr lang="en-US" sz="1800" dirty="0"/>
              <a:t> is needed when objects are owned by the current user</a:t>
            </a:r>
          </a:p>
        </p:txBody>
      </p:sp>
    </p:spTree>
    <p:extLst>
      <p:ext uri="{BB962C8B-B14F-4D97-AF65-F5344CB8AC3E}">
        <p14:creationId xmlns:p14="http://schemas.microsoft.com/office/powerpoint/2010/main" val="291452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7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Change file owner and group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chown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chown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[owner][:[group]] file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Change both owner and group of a file*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chown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user:users</a:t>
            </a:r>
            <a:r>
              <a:rPr lang="en-US" sz="3000" dirty="0">
                <a:solidFill>
                  <a:schemeClr val="tx1"/>
                </a:solidFill>
                <a:effectLst/>
              </a:rPr>
              <a:t> file.txt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Change recursively the group for a folder*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chown</a:t>
            </a:r>
            <a:r>
              <a:rPr lang="en-US" sz="3000" dirty="0">
                <a:solidFill>
                  <a:schemeClr val="tx1"/>
                </a:solidFill>
                <a:effectLst/>
              </a:rPr>
              <a:t> -R :developers project/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C929F-4599-47BA-A2C3-20E9BE712400}"/>
              </a:ext>
            </a:extLst>
          </p:cNvPr>
          <p:cNvSpPr txBox="1"/>
          <p:nvPr/>
        </p:nvSpPr>
        <p:spPr>
          <a:xfrm>
            <a:off x="2892424" y="6350452"/>
            <a:ext cx="6400800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No </a:t>
            </a:r>
            <a:r>
              <a:rPr lang="en-US" sz="1800" b="1" dirty="0" err="1"/>
              <a:t>sudo</a:t>
            </a:r>
            <a:r>
              <a:rPr lang="en-US" sz="1800" dirty="0"/>
              <a:t> is needed when objects are owned by the current user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3796F2-BBA8-4874-AF88-08B444808412}"/>
              </a:ext>
            </a:extLst>
          </p:cNvPr>
          <p:cNvGrpSpPr/>
          <p:nvPr/>
        </p:nvGrpSpPr>
        <p:grpSpPr>
          <a:xfrm>
            <a:off x="5577157" y="2196441"/>
            <a:ext cx="2540880" cy="1495800"/>
            <a:chOff x="5577157" y="2196441"/>
            <a:chExt cx="2540880" cy="149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8960862-810D-46BE-AA41-AF519BA0D757}"/>
                    </a:ext>
                  </a:extLst>
                </p14:cNvPr>
                <p14:cNvContentPartPr/>
                <p14:nvPr/>
              </p14:nvContentPartPr>
              <p14:xfrm>
                <a:off x="5577157" y="3046761"/>
                <a:ext cx="622800" cy="645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8960862-810D-46BE-AA41-AF519BA0D75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568517" y="3037761"/>
                  <a:ext cx="64044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3EC2C54-D483-45FF-B3B5-BA0C3EB7DB56}"/>
                    </a:ext>
                  </a:extLst>
                </p14:cNvPr>
                <p14:cNvContentPartPr/>
                <p14:nvPr/>
              </p14:nvContentPartPr>
              <p14:xfrm>
                <a:off x="6121477" y="2196441"/>
                <a:ext cx="1996560" cy="916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3EC2C54-D483-45FF-B3B5-BA0C3EB7DB5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12837" y="2187441"/>
                  <a:ext cx="2014200" cy="9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A9D01C-1D30-4C24-AC2F-68C006BBEC98}"/>
              </a:ext>
            </a:extLst>
          </p:cNvPr>
          <p:cNvGrpSpPr/>
          <p:nvPr/>
        </p:nvGrpSpPr>
        <p:grpSpPr>
          <a:xfrm>
            <a:off x="8358157" y="2110761"/>
            <a:ext cx="2495160" cy="293400"/>
            <a:chOff x="8358157" y="2110761"/>
            <a:chExt cx="249516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AF90FE-74EC-48C4-92FE-60A0A4021F9B}"/>
                    </a:ext>
                  </a:extLst>
                </p14:cNvPr>
                <p14:cNvContentPartPr/>
                <p14:nvPr/>
              </p14:nvContentPartPr>
              <p14:xfrm>
                <a:off x="8358157" y="2119401"/>
                <a:ext cx="217080" cy="268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AF90FE-74EC-48C4-92FE-60A0A4021F9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49517" y="2110401"/>
                  <a:ext cx="2347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84F8441-11AE-4484-BC2E-9ED46DC7CFAC}"/>
                    </a:ext>
                  </a:extLst>
                </p14:cNvPr>
                <p14:cNvContentPartPr/>
                <p14:nvPr/>
              </p14:nvContentPartPr>
              <p14:xfrm>
                <a:off x="8633197" y="2164041"/>
                <a:ext cx="795600" cy="222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84F8441-11AE-4484-BC2E-9ED46DC7CF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24197" y="2155401"/>
                  <a:ext cx="8132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255C2D-5BF8-44DA-B784-4CB664220777}"/>
                    </a:ext>
                  </a:extLst>
                </p14:cNvPr>
                <p14:cNvContentPartPr/>
                <p14:nvPr/>
              </p14:nvContentPartPr>
              <p14:xfrm>
                <a:off x="9671797" y="2175201"/>
                <a:ext cx="379800" cy="171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255C2D-5BF8-44DA-B784-4CB6642207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63157" y="2166201"/>
                  <a:ext cx="3974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AFDCF6-1999-4416-8D95-22CAB27783CF}"/>
                    </a:ext>
                  </a:extLst>
                </p14:cNvPr>
                <p14:cNvContentPartPr/>
                <p14:nvPr/>
              </p14:nvContentPartPr>
              <p14:xfrm>
                <a:off x="10343197" y="2137401"/>
                <a:ext cx="71280" cy="89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AFDCF6-1999-4416-8D95-22CAB27783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34197" y="2128761"/>
                  <a:ext cx="88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4CAA6E5-7C73-4C2C-8A98-B429C79C1F69}"/>
                    </a:ext>
                  </a:extLst>
                </p14:cNvPr>
                <p14:cNvContentPartPr/>
                <p14:nvPr/>
              </p14:nvContentPartPr>
              <p14:xfrm>
                <a:off x="10540117" y="2338641"/>
                <a:ext cx="90360" cy="65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4CAA6E5-7C73-4C2C-8A98-B429C79C1F6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31477" y="2330001"/>
                  <a:ext cx="108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B8C65B-9C2B-4162-9F81-3F7357E9BF72}"/>
                    </a:ext>
                  </a:extLst>
                </p14:cNvPr>
                <p14:cNvContentPartPr/>
                <p14:nvPr/>
              </p14:nvContentPartPr>
              <p14:xfrm>
                <a:off x="10756117" y="2110761"/>
                <a:ext cx="97200" cy="92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B8C65B-9C2B-4162-9F81-3F7357E9BF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747477" y="2102121"/>
                  <a:ext cx="114840" cy="11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345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7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Change group ownership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chgrp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chgrp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group file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Change the group of a files*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chgrp</a:t>
            </a:r>
            <a:r>
              <a:rPr lang="en-US" sz="3000" dirty="0">
                <a:solidFill>
                  <a:schemeClr val="tx1"/>
                </a:solidFill>
                <a:effectLst/>
              </a:rPr>
              <a:t> developers code*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Change recursively the group for a folder*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chgrp</a:t>
            </a:r>
            <a:r>
              <a:rPr lang="en-US" sz="3000" dirty="0">
                <a:solidFill>
                  <a:schemeClr val="tx1"/>
                </a:solidFill>
                <a:effectLst/>
              </a:rPr>
              <a:t>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vR</a:t>
            </a:r>
            <a:r>
              <a:rPr lang="en-US" sz="3000" dirty="0">
                <a:solidFill>
                  <a:schemeClr val="tx1"/>
                </a:solidFill>
                <a:effectLst/>
              </a:rPr>
              <a:t> developers project/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D309D-0D44-415C-AB4D-EE4C7D4410B2}"/>
              </a:ext>
            </a:extLst>
          </p:cNvPr>
          <p:cNvSpPr txBox="1"/>
          <p:nvPr/>
        </p:nvSpPr>
        <p:spPr>
          <a:xfrm>
            <a:off x="2892424" y="6350452"/>
            <a:ext cx="6400800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No </a:t>
            </a:r>
            <a:r>
              <a:rPr lang="en-US" sz="1800" b="1" dirty="0" err="1"/>
              <a:t>sudo</a:t>
            </a:r>
            <a:r>
              <a:rPr lang="en-US" sz="1800" dirty="0"/>
              <a:t> is needed when objects are owned by the current user</a:t>
            </a:r>
          </a:p>
        </p:txBody>
      </p:sp>
    </p:spTree>
    <p:extLst>
      <p:ext uri="{BB962C8B-B14F-4D97-AF65-F5344CB8AC3E}">
        <p14:creationId xmlns:p14="http://schemas.microsoft.com/office/powerpoint/2010/main" val="195729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Display or set file mode mask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umask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umask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[mode]</a:t>
            </a:r>
            <a:endParaRPr lang="en-US" sz="3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current mask using the symbolic notation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umask</a:t>
            </a:r>
            <a:r>
              <a:rPr lang="en-US" sz="3000" dirty="0">
                <a:solidFill>
                  <a:schemeClr val="tx1"/>
                </a:solidFill>
                <a:effectLst/>
              </a:rPr>
              <a:t> -S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Set new mask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umask</a:t>
            </a:r>
            <a:r>
              <a:rPr lang="en-US" sz="3000" dirty="0">
                <a:solidFill>
                  <a:schemeClr val="tx1"/>
                </a:solidFill>
                <a:effectLst/>
              </a:rPr>
              <a:t> 0022</a:t>
            </a:r>
          </a:p>
        </p:txBody>
      </p:sp>
    </p:spTree>
    <p:extLst>
      <p:ext uri="{BB962C8B-B14F-4D97-AF65-F5344CB8AC3E}">
        <p14:creationId xmlns:p14="http://schemas.microsoft.com/office/powerpoint/2010/main" val="21406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Conditions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Existing folder (</a:t>
            </a:r>
            <a:r>
              <a:rPr lang="en-US" b="1" dirty="0">
                <a:solidFill>
                  <a:schemeClr val="bg1"/>
                </a:solidFill>
              </a:rPr>
              <a:t>/users/</a:t>
            </a:r>
            <a:r>
              <a:rPr lang="en-US" b="1" dirty="0" err="1">
                <a:solidFill>
                  <a:schemeClr val="bg1"/>
                </a:solidFill>
              </a:rPr>
              <a:t>newuser</a:t>
            </a:r>
            <a:r>
              <a:rPr lang="en-US" dirty="0"/>
              <a:t>) owned by </a:t>
            </a:r>
            <a:r>
              <a:rPr lang="en-US" b="1" dirty="0">
                <a:solidFill>
                  <a:schemeClr val="bg1"/>
                </a:solidFill>
              </a:rPr>
              <a:t>root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Existing group (</a:t>
            </a:r>
            <a:r>
              <a:rPr lang="en-US" b="1" dirty="0" err="1">
                <a:solidFill>
                  <a:schemeClr val="bg1"/>
                </a:solidFill>
              </a:rPr>
              <a:t>projectx</a:t>
            </a:r>
            <a:r>
              <a:rPr lang="en-US" dirty="0"/>
              <a:t>)</a:t>
            </a:r>
          </a:p>
          <a:p>
            <a:pPr>
              <a:lnSpc>
                <a:spcPct val="100000"/>
              </a:lnSpc>
            </a:pPr>
            <a:r>
              <a:rPr lang="en-US" dirty="0"/>
              <a:t>Goals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Username: </a:t>
            </a:r>
            <a:r>
              <a:rPr lang="en-US" b="1" dirty="0" err="1">
                <a:solidFill>
                  <a:schemeClr val="bg1"/>
                </a:solidFill>
              </a:rPr>
              <a:t>newuser</a:t>
            </a:r>
            <a:endParaRPr lang="en-US" b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/>
              <a:t>Password: </a:t>
            </a:r>
            <a:r>
              <a:rPr lang="en-US" b="1" dirty="0">
                <a:solidFill>
                  <a:schemeClr val="bg1"/>
                </a:solidFill>
              </a:rPr>
              <a:t>Password1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Home directory: </a:t>
            </a:r>
            <a:r>
              <a:rPr lang="en-US" b="1" dirty="0">
                <a:solidFill>
                  <a:schemeClr val="bg1"/>
                </a:solidFill>
              </a:rPr>
              <a:t>/users/</a:t>
            </a:r>
            <a:r>
              <a:rPr lang="en-US" b="1" dirty="0" err="1">
                <a:solidFill>
                  <a:schemeClr val="bg1"/>
                </a:solidFill>
              </a:rPr>
              <a:t>newuser</a:t>
            </a:r>
            <a:endParaRPr lang="en-US" b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/>
              <a:t>Explicit shell: </a:t>
            </a:r>
            <a:r>
              <a:rPr lang="en-US" b="1" dirty="0">
                <a:solidFill>
                  <a:schemeClr val="bg1"/>
                </a:solidFill>
              </a:rPr>
              <a:t>/bin/bash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Member of the </a:t>
            </a:r>
            <a:r>
              <a:rPr lang="en-US" b="1" dirty="0" err="1">
                <a:solidFill>
                  <a:schemeClr val="bg1"/>
                </a:solidFill>
              </a:rPr>
              <a:t>projectx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group</a:t>
            </a:r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Add user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62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54607" y="4018526"/>
            <a:ext cx="11631005" cy="2229874"/>
          </a:xfrm>
        </p:spPr>
        <p:txBody>
          <a:bodyPr>
            <a:noAutofit/>
          </a:bodyPr>
          <a:lstStyle/>
          <a:p>
            <a:r>
              <a:rPr lang="en-US" sz="3200" dirty="0"/>
              <a:t>If the specified directory </a:t>
            </a:r>
            <a:r>
              <a:rPr lang="en-US" sz="3200" b="1" dirty="0">
                <a:solidFill>
                  <a:schemeClr val="bg1"/>
                </a:solidFill>
              </a:rPr>
              <a:t>exists</a:t>
            </a:r>
            <a:r>
              <a:rPr lang="en-US" sz="3200" dirty="0"/>
              <a:t>, then:</a:t>
            </a:r>
          </a:p>
          <a:p>
            <a:pPr lvl="1"/>
            <a:r>
              <a:rPr lang="en-US" sz="2800" dirty="0"/>
              <a:t>Files from /</a:t>
            </a:r>
            <a:r>
              <a:rPr lang="en-US" sz="2800" dirty="0" err="1"/>
              <a:t>etc</a:t>
            </a:r>
            <a:r>
              <a:rPr lang="en-US" sz="2800" dirty="0"/>
              <a:t>/</a:t>
            </a:r>
            <a:r>
              <a:rPr lang="en-US" sz="2800" dirty="0" err="1"/>
              <a:t>skel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won’t be copied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/>
              <a:t>as usual</a:t>
            </a:r>
          </a:p>
          <a:p>
            <a:pPr lvl="1"/>
            <a:r>
              <a:rPr lang="en-US" sz="2800" dirty="0"/>
              <a:t>We should take care of the </a:t>
            </a:r>
            <a:r>
              <a:rPr lang="en-US" sz="2800" b="1" dirty="0">
                <a:solidFill>
                  <a:schemeClr val="bg1"/>
                </a:solidFill>
              </a:rPr>
              <a:t>user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access rights</a:t>
            </a:r>
          </a:p>
          <a:p>
            <a:pPr lvl="1"/>
            <a:r>
              <a:rPr lang="en-US" sz="2800" dirty="0"/>
              <a:t>We should organize </a:t>
            </a:r>
            <a:r>
              <a:rPr lang="en-US" sz="2800" b="1" dirty="0">
                <a:solidFill>
                  <a:schemeClr val="bg1"/>
                </a:solidFill>
              </a:rPr>
              <a:t>environment initialization files </a:t>
            </a:r>
            <a:r>
              <a:rPr lang="en-US" sz="2800" dirty="0"/>
              <a:t>for the user</a:t>
            </a:r>
            <a:endParaRPr lang="bg-BG" sz="2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Add user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227012" y="1219200"/>
            <a:ext cx="11658600" cy="2514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useradd</a:t>
            </a:r>
            <a:r>
              <a:rPr lang="en-US" sz="3000" dirty="0">
                <a:solidFill>
                  <a:schemeClr val="tx1"/>
                </a:solidFill>
                <a:effectLst/>
              </a:rPr>
              <a:t> -d /users/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newuser</a:t>
            </a:r>
            <a:r>
              <a:rPr lang="en-US" sz="3000" dirty="0">
                <a:solidFill>
                  <a:schemeClr val="tx1"/>
                </a:solidFill>
                <a:effectLst/>
              </a:rPr>
              <a:t> -s /bin/bash -G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projectx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newuser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passwd</a:t>
            </a:r>
            <a:r>
              <a:rPr lang="en-US" sz="3000" dirty="0">
                <a:solidFill>
                  <a:schemeClr val="tx1"/>
                </a:solidFill>
                <a:effectLst/>
              </a:rPr>
              <a:t>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newuser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50282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BBE74-23C1-4051-95F0-3D72CEE723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/>
              <a:t>Practice: Users. Groups. Rights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FCE1C-2AB2-4FA3-ADD8-E2E36F8C7F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Live Demonstration in Class</a:t>
            </a:r>
          </a:p>
        </p:txBody>
      </p:sp>
    </p:spTree>
    <p:extLst>
      <p:ext uri="{BB962C8B-B14F-4D97-AF65-F5344CB8AC3E}">
        <p14:creationId xmlns:p14="http://schemas.microsoft.com/office/powerpoint/2010/main" val="9936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 err="1"/>
              <a:t>openSUSE</a:t>
            </a:r>
            <a:r>
              <a:rPr lang="en-US" sz="3200" dirty="0"/>
              <a:t> Help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hlinkClick r:id="rId3"/>
              </a:rPr>
              <a:t>https://</a:t>
            </a:r>
            <a:r>
              <a:rPr lang="en-US" sz="2600" dirty="0">
                <a:hlinkClick r:id="rId3"/>
              </a:rPr>
              <a:t>doc.opensuse.org</a:t>
            </a:r>
            <a:r>
              <a:rPr lang="en-US" sz="2800" dirty="0">
                <a:hlinkClick r:id="rId3"/>
              </a:rPr>
              <a:t>/</a:t>
            </a:r>
            <a:r>
              <a:rPr lang="en-US" sz="28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Ubuntu Help</a:t>
            </a:r>
          </a:p>
          <a:p>
            <a:pPr lvl="1">
              <a:lnSpc>
                <a:spcPct val="100000"/>
              </a:lnSpc>
            </a:pPr>
            <a:r>
              <a:rPr lang="en-US" sz="2600" dirty="0">
                <a:hlinkClick r:id="rId4"/>
              </a:rPr>
              <a:t>https://help.ubuntu.com/</a:t>
            </a:r>
            <a:r>
              <a:rPr lang="en-US" sz="28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Red Hat (CentOS) Help</a:t>
            </a:r>
          </a:p>
          <a:p>
            <a:pPr lvl="1">
              <a:lnSpc>
                <a:spcPct val="100000"/>
              </a:lnSpc>
            </a:pPr>
            <a:r>
              <a:rPr lang="en-US" sz="2600" dirty="0">
                <a:hlinkClick r:id="rId5"/>
              </a:rPr>
              <a:t>https://access.redhat.com/documentation/en-US/Red_Hat_Enterprise_Linux/</a:t>
            </a:r>
            <a:r>
              <a:rPr lang="en-US" sz="2600" dirty="0"/>
              <a:t> </a:t>
            </a:r>
          </a:p>
          <a:p>
            <a:pPr>
              <a:lnSpc>
                <a:spcPct val="100000"/>
              </a:lnSpc>
            </a:pP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E6570-DF10-4D43-9B0A-9612F383658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9218612" y="1295400"/>
            <a:ext cx="2253081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Environment defines the operational conditions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Environment is </a:t>
            </a:r>
            <a:r>
              <a:rPr lang="en-US" sz="2800" b="1" dirty="0">
                <a:solidFill>
                  <a:schemeClr val="bg1"/>
                </a:solidFill>
              </a:rPr>
              <a:t>globally</a:t>
            </a:r>
            <a:r>
              <a:rPr lang="en-US" sz="2800" dirty="0"/>
              <a:t> set-up, </a:t>
            </a:r>
            <a:r>
              <a:rPr lang="en-US" sz="2800" b="1" dirty="0">
                <a:solidFill>
                  <a:schemeClr val="bg1"/>
                </a:solidFill>
              </a:rPr>
              <a:t>modifiable</a:t>
            </a:r>
            <a:r>
              <a:rPr lang="en-US" sz="2800" dirty="0"/>
              <a:t>, </a:t>
            </a:r>
            <a:r>
              <a:rPr lang="en-US" sz="2800" b="1" dirty="0">
                <a:solidFill>
                  <a:schemeClr val="bg1"/>
                </a:solidFill>
              </a:rPr>
              <a:t>inheritable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Executables are </a:t>
            </a:r>
            <a:r>
              <a:rPr lang="en-US" sz="2800" b="1" dirty="0">
                <a:solidFill>
                  <a:schemeClr val="bg1"/>
                </a:solidFill>
              </a:rPr>
              <a:t>Built-in</a:t>
            </a:r>
            <a:r>
              <a:rPr lang="en-US" sz="2800" dirty="0"/>
              <a:t>, </a:t>
            </a:r>
            <a:r>
              <a:rPr lang="en-US" sz="2800" b="1" dirty="0">
                <a:solidFill>
                  <a:schemeClr val="bg1"/>
                </a:solidFill>
              </a:rPr>
              <a:t>External</a:t>
            </a:r>
            <a:r>
              <a:rPr lang="en-US" sz="2800" dirty="0"/>
              <a:t>, </a:t>
            </a:r>
            <a:r>
              <a:rPr lang="en-US" sz="2800" b="1" dirty="0">
                <a:solidFill>
                  <a:schemeClr val="bg1"/>
                </a:solidFill>
              </a:rPr>
              <a:t>Aliases</a:t>
            </a:r>
            <a:r>
              <a:rPr lang="en-US" sz="2800" dirty="0"/>
              <a:t>, and </a:t>
            </a:r>
            <a:r>
              <a:rPr lang="en-US" sz="2800" b="1" dirty="0">
                <a:solidFill>
                  <a:schemeClr val="bg1"/>
                </a:solidFill>
              </a:rPr>
              <a:t>Functions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Execution order can be </a:t>
            </a:r>
            <a:r>
              <a:rPr lang="en-US" sz="2800" b="1" dirty="0">
                <a:solidFill>
                  <a:schemeClr val="bg1"/>
                </a:solidFill>
              </a:rPr>
              <a:t>followed</a:t>
            </a:r>
            <a:r>
              <a:rPr lang="en-US" sz="2800" dirty="0"/>
              <a:t> or </a:t>
            </a:r>
            <a:r>
              <a:rPr lang="en-US" sz="2800" b="1" dirty="0">
                <a:solidFill>
                  <a:schemeClr val="bg1"/>
                </a:solidFill>
              </a:rPr>
              <a:t>ignored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Shell is configured by </a:t>
            </a:r>
            <a:r>
              <a:rPr lang="en-US" sz="2800" b="1" dirty="0">
                <a:solidFill>
                  <a:schemeClr val="bg1"/>
                </a:solidFill>
              </a:rPr>
              <a:t>multiple</a:t>
            </a:r>
            <a:r>
              <a:rPr lang="en-US" sz="2800" dirty="0"/>
              <a:t> files. The configuration depends on the shell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Many sources of help are available off-line on the system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(Almost) everything on Linux system is files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Users and groups are used to control access to the system in general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Access rights and ownership are assigned to users and groups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E6570-DF10-4D43-9B0A-9612F383658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9218612" y="1295400"/>
            <a:ext cx="2253081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797" dirty="0">
                <a:solidFill>
                  <a:srgbClr val="234465"/>
                </a:solidFill>
              </a:rPr>
              <a:t>Questions?</a:t>
            </a:r>
            <a:endParaRPr lang="en-US" sz="8797" dirty="0"/>
          </a:p>
        </p:txBody>
      </p:sp>
    </p:spTree>
    <p:extLst>
      <p:ext uri="{BB962C8B-B14F-4D97-AF65-F5344CB8AC3E}">
        <p14:creationId xmlns:p14="http://schemas.microsoft.com/office/powerpoint/2010/main" val="353892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1DA59687-2AA3-446B-9C8E-9FD7874E6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115</a:t>
            </a:fld>
            <a:endParaRPr lang="en-US" dirty="0"/>
          </a:p>
        </p:txBody>
      </p:sp>
      <p:pic>
        <p:nvPicPr>
          <p:cNvPr id="33" name="Superhosting">
            <a:hlinkClick r:id="rId3"/>
            <a:extLst>
              <a:ext uri="{FF2B5EF4-FFF2-40B4-BE49-F238E27FC236}">
                <a16:creationId xmlns:a16="http://schemas.microsoft.com/office/drawing/2014/main" id="{209EACB9-FC1D-4DCA-BC86-B0DD02312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459" y="5669124"/>
            <a:ext cx="6472875" cy="77409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32" name="Stemo">
            <a:hlinkClick r:id="rId5"/>
            <a:extLst>
              <a:ext uri="{FF2B5EF4-FFF2-40B4-BE49-F238E27FC236}">
                <a16:creationId xmlns:a16="http://schemas.microsoft.com/office/drawing/2014/main" id="{0FDF11E6-F5ED-4FB2-96CD-9D306D28A0D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04" r="-4204"/>
          <a:stretch>
            <a:fillRect/>
          </a:stretch>
        </p:blipFill>
        <p:spPr>
          <a:xfrm>
            <a:off x="1093493" y="5580062"/>
            <a:ext cx="2872298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22" name="Infragistics">
            <a:hlinkClick r:id="rId7"/>
            <a:extLst>
              <a:ext uri="{FF2B5EF4-FFF2-40B4-BE49-F238E27FC236}">
                <a16:creationId xmlns:a16="http://schemas.microsoft.com/office/drawing/2014/main" id="{B144A31B-0A04-458F-A3E8-FB087C51810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04" r="-4204"/>
          <a:stretch/>
        </p:blipFill>
        <p:spPr>
          <a:xfrm>
            <a:off x="5436600" y="4550070"/>
            <a:ext cx="5665883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23" name="Indeavr" descr="Ð ÐµÐ·ÑÐ»ÑÐ°Ñ Ñ Ð¸Ð·Ð¾Ð±ÑÐ°Ð¶ÐµÐ½Ð¸Ðµ Ð·Ð° indeavr">
            <a:hlinkClick r:id="rId9"/>
            <a:extLst>
              <a:ext uri="{FF2B5EF4-FFF2-40B4-BE49-F238E27FC236}">
                <a16:creationId xmlns:a16="http://schemas.microsoft.com/office/drawing/2014/main" id="{BCA470B5-EF7D-4607-9DBD-6D5DD869E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633" t="-16118" r="-14633" b="-8642"/>
          <a:stretch/>
        </p:blipFill>
        <p:spPr bwMode="auto">
          <a:xfrm>
            <a:off x="1050492" y="4550070"/>
            <a:ext cx="396008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31" name="Motion Software">
            <a:hlinkClick r:id="rId11"/>
            <a:extLst>
              <a:ext uri="{FF2B5EF4-FFF2-40B4-BE49-F238E27FC236}">
                <a16:creationId xmlns:a16="http://schemas.microsoft.com/office/drawing/2014/main" id="{6C36419A-8DCA-4C41-ACC6-107A967CC691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589" t="-22282" r="-30138" b="-23831"/>
          <a:stretch/>
        </p:blipFill>
        <p:spPr>
          <a:xfrm>
            <a:off x="9354290" y="3520076"/>
            <a:ext cx="174819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9" name="Postbank">
            <a:hlinkClick r:id="rId13"/>
            <a:extLst>
              <a:ext uri="{FF2B5EF4-FFF2-40B4-BE49-F238E27FC236}">
                <a16:creationId xmlns:a16="http://schemas.microsoft.com/office/drawing/2014/main" id="{786DE91B-5838-4ABB-9599-9B9D5A72C832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826" t="-8951" r="-21826" b="-8951"/>
          <a:stretch/>
        </p:blipFill>
        <p:spPr>
          <a:xfrm>
            <a:off x="6217753" y="3520076"/>
            <a:ext cx="2518346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30" name="SmartIT">
            <a:hlinkClick r:id="rId15"/>
            <a:extLst>
              <a:ext uri="{FF2B5EF4-FFF2-40B4-BE49-F238E27FC236}">
                <a16:creationId xmlns:a16="http://schemas.microsoft.com/office/drawing/2014/main" id="{EBCEF2BC-A3EC-41EB-A352-8F346A8B7942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503" t="-16504" r="-14503" b="-16504"/>
          <a:stretch/>
        </p:blipFill>
        <p:spPr>
          <a:xfrm>
            <a:off x="1050493" y="3520076"/>
            <a:ext cx="4539290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4" name="Netpeak" descr="Ð ÐµÐ·ÑÐ»ÑÐ°Ñ Ñ Ð¸Ð·Ð¾Ð±ÑÐ°Ð¶ÐµÐ½Ð¸Ðµ Ð·Ð° netpeak">
            <a:hlinkClick r:id="rId17"/>
            <a:extLst>
              <a:ext uri="{FF2B5EF4-FFF2-40B4-BE49-F238E27FC236}">
                <a16:creationId xmlns:a16="http://schemas.microsoft.com/office/drawing/2014/main" id="{331D262B-A4E1-444E-91F0-CD07329508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91" t="-11436" r="-7291" b="-11436"/>
          <a:stretch/>
        </p:blipFill>
        <p:spPr bwMode="auto">
          <a:xfrm>
            <a:off x="5311660" y="2490082"/>
            <a:ext cx="579082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5" name="Sotware Group" descr="Ð ÐµÐ·ÑÐ»ÑÐ°Ñ Ñ Ð¸Ð·Ð¾Ð±ÑÐ°Ð¶ÐµÐ½Ð¸Ðµ Ð·Ð° software group">
            <a:hlinkClick r:id="rId19"/>
            <a:extLst>
              <a:ext uri="{FF2B5EF4-FFF2-40B4-BE49-F238E27FC236}">
                <a16:creationId xmlns:a16="http://schemas.microsoft.com/office/drawing/2014/main" id="{82BEFF31-0390-4708-9B87-CD5CA29F05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284" r="-9241"/>
          <a:stretch/>
        </p:blipFill>
        <p:spPr bwMode="auto">
          <a:xfrm>
            <a:off x="1050493" y="2490082"/>
            <a:ext cx="3856369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6" name="Telenor">
            <a:hlinkClick r:id="rId21"/>
            <a:extLst>
              <a:ext uri="{FF2B5EF4-FFF2-40B4-BE49-F238E27FC236}">
                <a16:creationId xmlns:a16="http://schemas.microsoft.com/office/drawing/2014/main" id="{C8FB8C63-59CB-4A45-8529-96F047E7DDA8}"/>
              </a:ext>
            </a:extLst>
          </p:cNvPr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03" r="-12003" b="-2307"/>
          <a:stretch/>
        </p:blipFill>
        <p:spPr>
          <a:xfrm>
            <a:off x="8655579" y="1460088"/>
            <a:ext cx="2446901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8" name="SB Tech">
            <a:hlinkClick r:id="rId23"/>
            <a:extLst>
              <a:ext uri="{FF2B5EF4-FFF2-40B4-BE49-F238E27FC236}">
                <a16:creationId xmlns:a16="http://schemas.microsoft.com/office/drawing/2014/main" id="{26832791-E415-4416-8C24-87B330830339}"/>
              </a:ext>
            </a:extLst>
          </p:cNvPr>
          <p:cNvPicPr>
            <a:picLocks noChangeAspect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2" r="-689"/>
          <a:stretch/>
        </p:blipFill>
        <p:spPr>
          <a:xfrm>
            <a:off x="5588691" y="1460088"/>
            <a:ext cx="2712303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7" name="XS Software">
            <a:hlinkClick r:id="rId25"/>
            <a:extLst>
              <a:ext uri="{FF2B5EF4-FFF2-40B4-BE49-F238E27FC236}">
                <a16:creationId xmlns:a16="http://schemas.microsoft.com/office/drawing/2014/main" id="{EE616F15-A212-4948-8C33-01A8B3540A1B}"/>
              </a:ext>
            </a:extLst>
          </p:cNvPr>
          <p:cNvPicPr>
            <a:picLocks noChangeAspect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96" t="-9452" r="-8796" b="-9452"/>
          <a:stretch/>
        </p:blipFill>
        <p:spPr>
          <a:xfrm>
            <a:off x="1050492" y="1460088"/>
            <a:ext cx="418361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SoftUni Diamond Partners</a:t>
            </a:r>
            <a:endParaRPr lang="bg-BG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49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DF5E34AF-7064-4957-9286-B7A58DFE7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116</a:t>
            </a:fld>
            <a:endParaRPr lang="en-US" dirty="0"/>
          </a:p>
        </p:txBody>
      </p:sp>
      <p:grpSp>
        <p:nvGrpSpPr>
          <p:cNvPr id="9" name="Group Logos">
            <a:extLst>
              <a:ext uri="{FF2B5EF4-FFF2-40B4-BE49-F238E27FC236}">
                <a16:creationId xmlns:a16="http://schemas.microsoft.com/office/drawing/2014/main" id="{8F94737B-4698-41F8-AC81-9324F12880B9}"/>
              </a:ext>
            </a:extLst>
          </p:cNvPr>
          <p:cNvGrpSpPr/>
          <p:nvPr/>
        </p:nvGrpSpPr>
        <p:grpSpPr>
          <a:xfrm>
            <a:off x="1981756" y="1934193"/>
            <a:ext cx="8225314" cy="4149115"/>
            <a:chOff x="1492446" y="2067924"/>
            <a:chExt cx="6811766" cy="343607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08C713-0228-4051-B23E-879B043121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5953" t="-24485" r="-5953" b="-24485"/>
            <a:stretch/>
          </p:blipFill>
          <p:spPr>
            <a:xfrm>
              <a:off x="1492446" y="2067924"/>
              <a:ext cx="4297166" cy="1439625"/>
            </a:xfrm>
            <a:prstGeom prst="roundRect">
              <a:avLst>
                <a:gd name="adj" fmla="val 8805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  <p:pic>
          <p:nvPicPr>
            <p:cNvPr id="12" name="Picture 11">
              <a:hlinkClick r:id="rId4"/>
              <a:extLst>
                <a:ext uri="{FF2B5EF4-FFF2-40B4-BE49-F238E27FC236}">
                  <a16:creationId xmlns:a16="http://schemas.microsoft.com/office/drawing/2014/main" id="{BFA766B8-8BBD-4F74-89B8-E81AF861C6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654" r="6654"/>
            <a:stretch/>
          </p:blipFill>
          <p:spPr>
            <a:xfrm>
              <a:off x="6341434" y="2067924"/>
              <a:ext cx="1962778" cy="1439625"/>
            </a:xfrm>
            <a:prstGeom prst="roundRect">
              <a:avLst>
                <a:gd name="adj" fmla="val 8806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  <p:pic>
          <p:nvPicPr>
            <p:cNvPr id="14" name="Picture 13">
              <a:hlinkClick r:id="rId6"/>
              <a:extLst>
                <a:ext uri="{FF2B5EF4-FFF2-40B4-BE49-F238E27FC236}">
                  <a16:creationId xmlns:a16="http://schemas.microsoft.com/office/drawing/2014/main" id="{0913EF2F-215E-4B4F-A9E0-2D7E3B0C57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201" t="-3201" r="-3201" b="-3201"/>
            <a:stretch/>
          </p:blipFill>
          <p:spPr>
            <a:xfrm>
              <a:off x="5904002" y="4064376"/>
              <a:ext cx="2400210" cy="1439625"/>
            </a:xfrm>
            <a:prstGeom prst="roundRect">
              <a:avLst>
                <a:gd name="adj" fmla="val 8200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  <p:pic>
          <p:nvPicPr>
            <p:cNvPr id="16" name="Picture 15">
              <a:hlinkClick r:id="rId8"/>
              <a:extLst>
                <a:ext uri="{FF2B5EF4-FFF2-40B4-BE49-F238E27FC236}">
                  <a16:creationId xmlns:a16="http://schemas.microsoft.com/office/drawing/2014/main" id="{16A88256-1F6F-4AC2-AC84-DB3557011F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305" t="-5874" r="-9305" b="-12736"/>
            <a:stretch/>
          </p:blipFill>
          <p:spPr>
            <a:xfrm>
              <a:off x="1492446" y="4064376"/>
              <a:ext cx="3383118" cy="1439625"/>
            </a:xfrm>
            <a:prstGeom prst="roundRect">
              <a:avLst>
                <a:gd name="adj" fmla="val 10015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</p:grp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SoftUni Organizational Partners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4237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2" y="1269564"/>
            <a:ext cx="11815018" cy="5454469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2485" y="4445191"/>
            <a:ext cx="1930474" cy="2043013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2890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34114123-C942-490F-A6BB-FD3CFFFE4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354" y="1179586"/>
            <a:ext cx="8693332" cy="54885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199" dirty="0"/>
              <a:t>Software University – High-Quality Education, Profession and Job for Software Developers</a:t>
            </a:r>
          </a:p>
          <a:p>
            <a:pPr lvl="1"/>
            <a:r>
              <a:rPr lang="en-US" sz="2999" noProof="1">
                <a:hlinkClick r:id="rId3"/>
              </a:rPr>
              <a:t>softuni.bg</a:t>
            </a:r>
            <a:r>
              <a:rPr lang="en-US" sz="2999" noProof="1"/>
              <a:t>, </a:t>
            </a:r>
            <a:r>
              <a:rPr lang="en-US" sz="2999" noProof="1">
                <a:hlinkClick r:id="rId4"/>
              </a:rPr>
              <a:t>softuni.org</a:t>
            </a:r>
            <a:r>
              <a:rPr lang="en-US" sz="2999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199" dirty="0"/>
              <a:t>Software University Foundation</a:t>
            </a:r>
            <a:endParaRPr lang="bg-BG" sz="3199" dirty="0"/>
          </a:p>
          <a:p>
            <a:pPr lvl="1"/>
            <a:r>
              <a:rPr lang="en-US" sz="2999" noProof="1">
                <a:hlinkClick r:id="rId5"/>
              </a:rPr>
              <a:t>softuni.foundation</a:t>
            </a:r>
            <a:endParaRPr lang="en-US" sz="2999" noProof="1"/>
          </a:p>
          <a:p>
            <a:pPr>
              <a:lnSpc>
                <a:spcPct val="100000"/>
              </a:lnSpc>
            </a:pPr>
            <a:r>
              <a:rPr lang="en-US" sz="3199" dirty="0"/>
              <a:t>Software University @ Facebook</a:t>
            </a:r>
          </a:p>
          <a:p>
            <a:pPr lvl="1"/>
            <a:r>
              <a:rPr lang="en-US" sz="2999" noProof="1">
                <a:hlinkClick r:id="rId6"/>
              </a:rPr>
              <a:t>facebook.com/SoftwareUniversity</a:t>
            </a:r>
            <a:endParaRPr lang="en-US" sz="2999" noProof="1"/>
          </a:p>
          <a:p>
            <a:pPr>
              <a:lnSpc>
                <a:spcPct val="100000"/>
              </a:lnSpc>
            </a:pPr>
            <a:r>
              <a:rPr lang="en-US" sz="3199" dirty="0"/>
              <a:t>Software University Forums</a:t>
            </a:r>
          </a:p>
          <a:p>
            <a:pPr lvl="1"/>
            <a:r>
              <a:rPr lang="en-US" sz="2999" dirty="0">
                <a:hlinkClick r:id="rId7"/>
              </a:rPr>
              <a:t>forum.softuni.bg</a:t>
            </a:r>
            <a:endParaRPr lang="en-US" sz="2999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383936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1_SoftUni3_1">
  <a:themeElements>
    <a:clrScheme name="Custom 2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7C86D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3_1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2_SoftUni3_1">
  <a:themeElements>
    <a:clrScheme name="Custom 2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7C86D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3_1" id="{D61FAD9B-6E74-4E03-BFE4-B363D484F1DA}" vid="{7089C1A3-635B-4B03-A017-DAF10A3A396B}"/>
    </a:ext>
  </a:extLst>
</a:theme>
</file>

<file path=ppt/theme/theme3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4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3763</TotalTime>
  <Words>5561</Words>
  <Application>Microsoft Office PowerPoint</Application>
  <PresentationFormat>Custom</PresentationFormat>
  <Paragraphs>1319</Paragraphs>
  <Slides>118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118</vt:i4>
      </vt:variant>
    </vt:vector>
  </HeadingPairs>
  <TitlesOfParts>
    <vt:vector size="126" baseType="lpstr">
      <vt:lpstr>Arial</vt:lpstr>
      <vt:lpstr>Calibri</vt:lpstr>
      <vt:lpstr>Consolas</vt:lpstr>
      <vt:lpstr>Wingdings</vt:lpstr>
      <vt:lpstr>Wingdings 2</vt:lpstr>
      <vt:lpstr>1_SoftUni3_1</vt:lpstr>
      <vt:lpstr>2_SoftUni3_1</vt:lpstr>
      <vt:lpstr>SoftUni</vt:lpstr>
      <vt:lpstr>Working in the Console</vt:lpstr>
      <vt:lpstr>You Have Questions?</vt:lpstr>
      <vt:lpstr>PowerPoint Presentation</vt:lpstr>
      <vt:lpstr>What We Covered</vt:lpstr>
      <vt:lpstr>Homework Progress</vt:lpstr>
      <vt:lpstr>PowerPoint Presentation</vt:lpstr>
      <vt:lpstr>Table of Contents</vt:lpstr>
      <vt:lpstr>Lab Infrastructure</vt:lpstr>
      <vt:lpstr>PowerPoint Presentation</vt:lpstr>
      <vt:lpstr>Environment</vt:lpstr>
      <vt:lpstr>Special Environment Variables</vt:lpstr>
      <vt:lpstr>Prompt Macros</vt:lpstr>
      <vt:lpstr>set</vt:lpstr>
      <vt:lpstr>unset</vt:lpstr>
      <vt:lpstr>PowerPoint Presentation</vt:lpstr>
      <vt:lpstr>Executable Artefacts</vt:lpstr>
      <vt:lpstr>Command Execution (Shell’s Perspective)</vt:lpstr>
      <vt:lpstr>Sourcing vs. Execution</vt:lpstr>
      <vt:lpstr>Execution (Search) Order</vt:lpstr>
      <vt:lpstr>Break the Order</vt:lpstr>
      <vt:lpstr>hash</vt:lpstr>
      <vt:lpstr>whatis</vt:lpstr>
      <vt:lpstr>whereis</vt:lpstr>
      <vt:lpstr>which</vt:lpstr>
      <vt:lpstr>type</vt:lpstr>
      <vt:lpstr>alias</vt:lpstr>
      <vt:lpstr>unalias</vt:lpstr>
      <vt:lpstr>export</vt:lpstr>
      <vt:lpstr>env</vt:lpstr>
      <vt:lpstr>PowerPoint Presentation</vt:lpstr>
      <vt:lpstr>System Level Configuration</vt:lpstr>
      <vt:lpstr>User Level Configuration</vt:lpstr>
      <vt:lpstr>Login Shell Sequence</vt:lpstr>
      <vt:lpstr>Non-login Shell Sequence</vt:lpstr>
      <vt:lpstr>PowerPoint Presentation</vt:lpstr>
      <vt:lpstr>PowerPoint Presentation</vt:lpstr>
      <vt:lpstr>Many Help Sources</vt:lpstr>
      <vt:lpstr>--help ( -h or -?)</vt:lpstr>
      <vt:lpstr>help</vt:lpstr>
      <vt:lpstr>man</vt:lpstr>
      <vt:lpstr>Sections in man (page)</vt:lpstr>
      <vt:lpstr>Categories (sections) in man</vt:lpstr>
      <vt:lpstr>apropos (man -k)</vt:lpstr>
      <vt:lpstr>info</vt:lpstr>
      <vt:lpstr>locate*</vt:lpstr>
      <vt:lpstr>updatedb*</vt:lpstr>
      <vt:lpstr>Accompanying Documentation</vt:lpstr>
      <vt:lpstr>PowerPoint Presentation</vt:lpstr>
      <vt:lpstr>Everything is Files</vt:lpstr>
      <vt:lpstr>File Types</vt:lpstr>
      <vt:lpstr>file</vt:lpstr>
      <vt:lpstr>stat</vt:lpstr>
      <vt:lpstr>touch</vt:lpstr>
      <vt:lpstr>cp</vt:lpstr>
      <vt:lpstr>mv</vt:lpstr>
      <vt:lpstr>rm</vt:lpstr>
      <vt:lpstr>mkdir</vt:lpstr>
      <vt:lpstr>rmdir</vt:lpstr>
      <vt:lpstr>ln</vt:lpstr>
      <vt:lpstr>Absolute vs Relative Path</vt:lpstr>
      <vt:lpstr>PowerPoint Presentation</vt:lpstr>
      <vt:lpstr>PowerPoint Presentation</vt:lpstr>
      <vt:lpstr>Users (main file)</vt:lpstr>
      <vt:lpstr>Users (password file)</vt:lpstr>
      <vt:lpstr>User Defaults* During Creation</vt:lpstr>
      <vt:lpstr>Groups (main file)</vt:lpstr>
      <vt:lpstr>Groups (password file)</vt:lpstr>
      <vt:lpstr>useradd</vt:lpstr>
      <vt:lpstr>usermod</vt:lpstr>
      <vt:lpstr>userdel</vt:lpstr>
      <vt:lpstr>adduser</vt:lpstr>
      <vt:lpstr>deluser</vt:lpstr>
      <vt:lpstr>users</vt:lpstr>
      <vt:lpstr>w</vt:lpstr>
      <vt:lpstr>who</vt:lpstr>
      <vt:lpstr>last</vt:lpstr>
      <vt:lpstr>lastb</vt:lpstr>
      <vt:lpstr>lastlog</vt:lpstr>
      <vt:lpstr>passwd</vt:lpstr>
      <vt:lpstr>chage</vt:lpstr>
      <vt:lpstr>chfn</vt:lpstr>
      <vt:lpstr>chsh</vt:lpstr>
      <vt:lpstr>groupadd</vt:lpstr>
      <vt:lpstr>groupmod</vt:lpstr>
      <vt:lpstr>groupdel</vt:lpstr>
      <vt:lpstr>addgroup</vt:lpstr>
      <vt:lpstr>delgroup</vt:lpstr>
      <vt:lpstr>groups</vt:lpstr>
      <vt:lpstr>gpasswd</vt:lpstr>
      <vt:lpstr>newgrp</vt:lpstr>
      <vt:lpstr>id</vt:lpstr>
      <vt:lpstr>sudo</vt:lpstr>
      <vt:lpstr>su</vt:lpstr>
      <vt:lpstr>PowerPoint Presentation</vt:lpstr>
      <vt:lpstr>Few Words on Security</vt:lpstr>
      <vt:lpstr>Access Rights</vt:lpstr>
      <vt:lpstr>Access Rights - Meaning</vt:lpstr>
      <vt:lpstr>Access Rights - Symbolic Notation (*,**)</vt:lpstr>
      <vt:lpstr>Access Rights - Octal Notation (*, **)</vt:lpstr>
      <vt:lpstr>Access Rights – Notations Side by Side</vt:lpstr>
      <vt:lpstr>Default Access Rights</vt:lpstr>
      <vt:lpstr>Special Permissions – Sticky Bit</vt:lpstr>
      <vt:lpstr>Special Permissions – Set Group ID (SGID)</vt:lpstr>
      <vt:lpstr>Special Permissions – Set User ID (SUID)</vt:lpstr>
      <vt:lpstr>chmod</vt:lpstr>
      <vt:lpstr>chown</vt:lpstr>
      <vt:lpstr>chgrp</vt:lpstr>
      <vt:lpstr>umask</vt:lpstr>
      <vt:lpstr>Problem: Add user</vt:lpstr>
      <vt:lpstr>Solution: Add user</vt:lpstr>
      <vt:lpstr>PowerPoint Presentation</vt:lpstr>
      <vt:lpstr>Resources</vt:lpstr>
      <vt:lpstr>Summary</vt:lpstr>
      <vt:lpstr>Questions?</vt:lpstr>
      <vt:lpstr>SoftUni Diamond Partners</vt:lpstr>
      <vt:lpstr>SoftUni Organizational Partners</vt:lpstr>
      <vt:lpstr>License</vt:lpstr>
      <vt:lpstr>Trainings @ Software University (SoftUni)</vt:lpstr>
    </vt:vector>
  </TitlesOfParts>
  <Manager/>
  <Company>Software University (SoftUni)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M2: Console. Help. Security</dc:title>
  <dc:subject>Software Development Course</dc:subject>
  <dc:creator>Software University Foundation</dc:creator>
  <cp:keywords>SoftUni, Software University, programming, software development, software engineering, course</cp:keywords>
  <dc:description>Software University Foundation - http://softuni.foundation/</dc:description>
  <cp:lastModifiedBy>Dimitar Zahariev</cp:lastModifiedBy>
  <cp:revision>340</cp:revision>
  <dcterms:created xsi:type="dcterms:W3CDTF">2014-01-02T17:00:34Z</dcterms:created>
  <dcterms:modified xsi:type="dcterms:W3CDTF">2020-05-11T14:35:59Z</dcterms:modified>
  <cp:category>programming;computer programming;software development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