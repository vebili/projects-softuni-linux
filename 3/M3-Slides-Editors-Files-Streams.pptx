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2"/>
    <p:sldMasterId id="2147483688" r:id="rId3"/>
    <p:sldMasterId id="2147483705" r:id="rId4"/>
  </p:sldMasterIdLst>
  <p:notesMasterIdLst>
    <p:notesMasterId r:id="rId103"/>
  </p:notesMasterIdLst>
  <p:handoutMasterIdLst>
    <p:handoutMasterId r:id="rId104"/>
  </p:handoutMasterIdLst>
  <p:sldIdLst>
    <p:sldId id="959" r:id="rId5"/>
    <p:sldId id="958" r:id="rId6"/>
    <p:sldId id="777" r:id="rId7"/>
    <p:sldId id="791" r:id="rId8"/>
    <p:sldId id="532" r:id="rId9"/>
    <p:sldId id="781" r:id="rId10"/>
    <p:sldId id="529" r:id="rId11"/>
    <p:sldId id="294" r:id="rId12"/>
    <p:sldId id="766" r:id="rId13"/>
    <p:sldId id="687" r:id="rId14"/>
    <p:sldId id="688" r:id="rId15"/>
    <p:sldId id="689" r:id="rId16"/>
    <p:sldId id="690" r:id="rId17"/>
    <p:sldId id="691" r:id="rId18"/>
    <p:sldId id="692" r:id="rId19"/>
    <p:sldId id="693" r:id="rId20"/>
    <p:sldId id="694" r:id="rId21"/>
    <p:sldId id="785" r:id="rId22"/>
    <p:sldId id="767" r:id="rId23"/>
    <p:sldId id="697" r:id="rId24"/>
    <p:sldId id="698" r:id="rId25"/>
    <p:sldId id="699" r:id="rId26"/>
    <p:sldId id="700" r:id="rId27"/>
    <p:sldId id="701" r:id="rId28"/>
    <p:sldId id="702" r:id="rId29"/>
    <p:sldId id="634" r:id="rId30"/>
    <p:sldId id="900" r:id="rId31"/>
    <p:sldId id="901" r:id="rId32"/>
    <p:sldId id="768" r:id="rId33"/>
    <p:sldId id="769" r:id="rId34"/>
    <p:sldId id="713" r:id="rId35"/>
    <p:sldId id="710" r:id="rId36"/>
    <p:sldId id="714" r:id="rId37"/>
    <p:sldId id="709" r:id="rId38"/>
    <p:sldId id="707" r:id="rId39"/>
    <p:sldId id="708" r:id="rId40"/>
    <p:sldId id="712" r:id="rId41"/>
    <p:sldId id="902" r:id="rId42"/>
    <p:sldId id="711" r:id="rId43"/>
    <p:sldId id="770" r:id="rId44"/>
    <p:sldId id="903" r:id="rId45"/>
    <p:sldId id="719" r:id="rId46"/>
    <p:sldId id="955" r:id="rId47"/>
    <p:sldId id="673" r:id="rId48"/>
    <p:sldId id="771" r:id="rId49"/>
    <p:sldId id="904" r:id="rId50"/>
    <p:sldId id="905" r:id="rId51"/>
    <p:sldId id="906" r:id="rId52"/>
    <p:sldId id="907" r:id="rId53"/>
    <p:sldId id="908" r:id="rId54"/>
    <p:sldId id="909" r:id="rId55"/>
    <p:sldId id="910" r:id="rId56"/>
    <p:sldId id="911" r:id="rId57"/>
    <p:sldId id="912" r:id="rId58"/>
    <p:sldId id="913" r:id="rId59"/>
    <p:sldId id="914" r:id="rId60"/>
    <p:sldId id="915" r:id="rId61"/>
    <p:sldId id="918" r:id="rId62"/>
    <p:sldId id="919" r:id="rId63"/>
    <p:sldId id="920" r:id="rId64"/>
    <p:sldId id="772" r:id="rId65"/>
    <p:sldId id="773" r:id="rId66"/>
    <p:sldId id="786" r:id="rId67"/>
    <p:sldId id="738" r:id="rId68"/>
    <p:sldId id="783" r:id="rId69"/>
    <p:sldId id="739" r:id="rId70"/>
    <p:sldId id="740" r:id="rId71"/>
    <p:sldId id="741" r:id="rId72"/>
    <p:sldId id="742" r:id="rId73"/>
    <p:sldId id="744" r:id="rId74"/>
    <p:sldId id="745" r:id="rId75"/>
    <p:sldId id="746" r:id="rId76"/>
    <p:sldId id="747" r:id="rId77"/>
    <p:sldId id="748" r:id="rId78"/>
    <p:sldId id="749" r:id="rId79"/>
    <p:sldId id="780" r:id="rId80"/>
    <p:sldId id="750" r:id="rId81"/>
    <p:sldId id="774" r:id="rId82"/>
    <p:sldId id="916" r:id="rId83"/>
    <p:sldId id="753" r:id="rId84"/>
    <p:sldId id="754" r:id="rId85"/>
    <p:sldId id="755" r:id="rId86"/>
    <p:sldId id="775" r:id="rId87"/>
    <p:sldId id="758" r:id="rId88"/>
    <p:sldId id="759" r:id="rId89"/>
    <p:sldId id="760" r:id="rId90"/>
    <p:sldId id="787" r:id="rId91"/>
    <p:sldId id="788" r:id="rId92"/>
    <p:sldId id="917" r:id="rId93"/>
    <p:sldId id="789" r:id="rId94"/>
    <p:sldId id="776" r:id="rId95"/>
    <p:sldId id="349" r:id="rId96"/>
    <p:sldId id="428" r:id="rId97"/>
    <p:sldId id="921" r:id="rId98"/>
    <p:sldId id="704" r:id="rId99"/>
    <p:sldId id="705" r:id="rId100"/>
    <p:sldId id="706" r:id="rId101"/>
    <p:sldId id="922" r:id="rId102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09A2BE3-2D0E-4BDF-9E7B-B5B14B6C6981}">
          <p14:sldIdLst>
            <p14:sldId id="959"/>
            <p14:sldId id="958"/>
            <p14:sldId id="777"/>
            <p14:sldId id="791"/>
            <p14:sldId id="532"/>
            <p14:sldId id="781"/>
            <p14:sldId id="529"/>
            <p14:sldId id="294"/>
          </p14:sldIdLst>
        </p14:section>
        <p14:section name="Part 1 - Command Line Techniques" id="{BC4A3995-4CED-4320-A673-95328C9C809D}">
          <p14:sldIdLst>
            <p14:sldId id="766"/>
            <p14:sldId id="687"/>
            <p14:sldId id="688"/>
            <p14:sldId id="689"/>
            <p14:sldId id="690"/>
            <p14:sldId id="691"/>
            <p14:sldId id="692"/>
            <p14:sldId id="693"/>
            <p14:sldId id="694"/>
            <p14:sldId id="785"/>
            <p14:sldId id="767"/>
            <p14:sldId id="697"/>
            <p14:sldId id="698"/>
            <p14:sldId id="699"/>
            <p14:sldId id="700"/>
            <p14:sldId id="701"/>
            <p14:sldId id="702"/>
            <p14:sldId id="634"/>
            <p14:sldId id="900"/>
            <p14:sldId id="901"/>
            <p14:sldId id="768"/>
          </p14:sldIdLst>
        </p14:section>
        <p14:section name="Part 2 - Advanced File Techniques" id="{525158E7-006A-4268-97B6-E4C0694AF69F}">
          <p14:sldIdLst>
            <p14:sldId id="769"/>
            <p14:sldId id="713"/>
            <p14:sldId id="710"/>
            <p14:sldId id="714"/>
            <p14:sldId id="709"/>
            <p14:sldId id="707"/>
            <p14:sldId id="708"/>
            <p14:sldId id="712"/>
            <p14:sldId id="902"/>
            <p14:sldId id="711"/>
            <p14:sldId id="770"/>
            <p14:sldId id="903"/>
            <p14:sldId id="719"/>
            <p14:sldId id="955"/>
            <p14:sldId id="673"/>
            <p14:sldId id="771"/>
            <p14:sldId id="904"/>
            <p14:sldId id="905"/>
            <p14:sldId id="906"/>
            <p14:sldId id="907"/>
            <p14:sldId id="908"/>
            <p14:sldId id="909"/>
            <p14:sldId id="910"/>
            <p14:sldId id="911"/>
            <p14:sldId id="912"/>
            <p14:sldId id="913"/>
            <p14:sldId id="914"/>
            <p14:sldId id="915"/>
            <p14:sldId id="918"/>
            <p14:sldId id="919"/>
            <p14:sldId id="920"/>
            <p14:sldId id="772"/>
          </p14:sldIdLst>
        </p14:section>
        <p14:section name="Part 3 - Users and Groups. Access Rights" id="{92B8F4C8-76F1-42BA-AD9F-A00A1E7185E0}">
          <p14:sldIdLst>
            <p14:sldId id="773"/>
            <p14:sldId id="786"/>
            <p14:sldId id="738"/>
            <p14:sldId id="783"/>
            <p14:sldId id="739"/>
            <p14:sldId id="740"/>
            <p14:sldId id="741"/>
            <p14:sldId id="742"/>
            <p14:sldId id="744"/>
            <p14:sldId id="745"/>
            <p14:sldId id="746"/>
            <p14:sldId id="747"/>
            <p14:sldId id="748"/>
            <p14:sldId id="749"/>
            <p14:sldId id="780"/>
            <p14:sldId id="750"/>
            <p14:sldId id="774"/>
            <p14:sldId id="916"/>
            <p14:sldId id="753"/>
            <p14:sldId id="754"/>
            <p14:sldId id="755"/>
            <p14:sldId id="775"/>
            <p14:sldId id="758"/>
            <p14:sldId id="759"/>
            <p14:sldId id="760"/>
            <p14:sldId id="787"/>
            <p14:sldId id="788"/>
            <p14:sldId id="917"/>
            <p14:sldId id="789"/>
            <p14:sldId id="776"/>
          </p14:sldIdLst>
        </p14:section>
        <p14:section name="Conclusion" id="{10E03AB1-9AA8-4E86-9A64-D741901E50A2}">
          <p14:sldIdLst>
            <p14:sldId id="349"/>
            <p14:sldId id="428"/>
            <p14:sldId id="921"/>
            <p14:sldId id="704"/>
            <p14:sldId id="705"/>
            <p14:sldId id="706"/>
            <p14:sldId id="9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0D9"/>
    <a:srgbClr val="FFA72A"/>
    <a:srgbClr val="F0F5FA"/>
    <a:srgbClr val="1A8AFA"/>
    <a:srgbClr val="0097CC"/>
    <a:srgbClr val="FDFFFF"/>
    <a:srgbClr val="603A14"/>
    <a:srgbClr val="E85C0E"/>
    <a:srgbClr val="BAB398"/>
    <a:srgbClr val="ADA485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3F7E3C-F423-4D97-B1B1-839B9BAE574B}" v="13" dt="2020-05-18T06:07:10.6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533" autoAdjust="0"/>
  </p:normalViewPr>
  <p:slideViewPr>
    <p:cSldViewPr>
      <p:cViewPr varScale="1">
        <p:scale>
          <a:sx n="110" d="100"/>
          <a:sy n="110" d="100"/>
        </p:scale>
        <p:origin x="558" y="108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-61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4" d="100"/>
          <a:sy n="64" d="100"/>
        </p:scale>
        <p:origin x="2592" y="6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07" Type="http://schemas.openxmlformats.org/officeDocument/2006/relationships/theme" Target="theme/theme1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notesMaster" Target="notesMasters/notesMaster1.xml"/><Relationship Id="rId108" Type="http://schemas.openxmlformats.org/officeDocument/2006/relationships/tableStyles" Target="tableStyles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microsoft.com/office/2016/11/relationships/changesInfo" Target="changesInfos/changesInfo1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microsoft.com/office/2015/10/relationships/revisionInfo" Target="revisionInfo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slideMaster" Target="slideMasters/slideMaster2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mitar Zahariev" userId="b84e4ebc77879e88" providerId="LiveId" clId="{933F7E3C-F423-4D97-B1B1-839B9BAE574B}"/>
    <pc:docChg chg="undo custSel addSld delSld modSld sldOrd modSection">
      <pc:chgData name="Dimitar Zahariev" userId="b84e4ebc77879e88" providerId="LiveId" clId="{933F7E3C-F423-4D97-B1B1-839B9BAE574B}" dt="2020-05-18T06:07:10.600" v="84"/>
      <pc:docMkLst>
        <pc:docMk/>
      </pc:docMkLst>
      <pc:sldChg chg="del">
        <pc:chgData name="Dimitar Zahariev" userId="b84e4ebc77879e88" providerId="LiveId" clId="{933F7E3C-F423-4D97-B1B1-839B9BAE574B}" dt="2020-05-18T05:45:57.718" v="1" actId="47"/>
        <pc:sldMkLst>
          <pc:docMk/>
          <pc:sldMk cId="3538928320" sldId="401"/>
        </pc:sldMkLst>
      </pc:sldChg>
      <pc:sldChg chg="del">
        <pc:chgData name="Dimitar Zahariev" userId="b84e4ebc77879e88" providerId="LiveId" clId="{933F7E3C-F423-4D97-B1B1-839B9BAE574B}" dt="2020-05-18T05:45:57.718" v="1" actId="47"/>
        <pc:sldMkLst>
          <pc:docMk/>
          <pc:sldMk cId="144186764" sldId="405"/>
        </pc:sldMkLst>
      </pc:sldChg>
      <pc:sldChg chg="del">
        <pc:chgData name="Dimitar Zahariev" userId="b84e4ebc77879e88" providerId="LiveId" clId="{933F7E3C-F423-4D97-B1B1-839B9BAE574B}" dt="2020-05-18T05:45:57.718" v="1" actId="47"/>
        <pc:sldMkLst>
          <pc:docMk/>
          <pc:sldMk cId="582614691" sldId="490"/>
        </pc:sldMkLst>
      </pc:sldChg>
      <pc:sldChg chg="del">
        <pc:chgData name="Dimitar Zahariev" userId="b84e4ebc77879e88" providerId="LiveId" clId="{933F7E3C-F423-4D97-B1B1-839B9BAE574B}" dt="2020-05-18T05:45:57.718" v="1" actId="47"/>
        <pc:sldMkLst>
          <pc:docMk/>
          <pc:sldMk cId="1293583112" sldId="491"/>
        </pc:sldMkLst>
      </pc:sldChg>
      <pc:sldChg chg="add">
        <pc:chgData name="Dimitar Zahariev" userId="b84e4ebc77879e88" providerId="LiveId" clId="{933F7E3C-F423-4D97-B1B1-839B9BAE574B}" dt="2020-05-18T05:52:55.854" v="10"/>
        <pc:sldMkLst>
          <pc:docMk/>
          <pc:sldMk cId="974728613" sldId="673"/>
        </pc:sldMkLst>
      </pc:sldChg>
      <pc:sldChg chg="add">
        <pc:chgData name="Dimitar Zahariev" userId="b84e4ebc77879e88" providerId="LiveId" clId="{933F7E3C-F423-4D97-B1B1-839B9BAE574B}" dt="2020-05-18T05:45:53.249" v="0"/>
        <pc:sldMkLst>
          <pc:docMk/>
          <pc:sldMk cId="2102493134" sldId="704"/>
        </pc:sldMkLst>
      </pc:sldChg>
      <pc:sldChg chg="add">
        <pc:chgData name="Dimitar Zahariev" userId="b84e4ebc77879e88" providerId="LiveId" clId="{933F7E3C-F423-4D97-B1B1-839B9BAE574B}" dt="2020-05-18T05:45:53.249" v="0"/>
        <pc:sldMkLst>
          <pc:docMk/>
          <pc:sldMk cId="1442370095" sldId="705"/>
        </pc:sldMkLst>
      </pc:sldChg>
      <pc:sldChg chg="add">
        <pc:chgData name="Dimitar Zahariev" userId="b84e4ebc77879e88" providerId="LiveId" clId="{933F7E3C-F423-4D97-B1B1-839B9BAE574B}" dt="2020-05-18T05:45:53.249" v="0"/>
        <pc:sldMkLst>
          <pc:docMk/>
          <pc:sldMk cId="1028908468" sldId="706"/>
        </pc:sldMkLst>
      </pc:sldChg>
      <pc:sldChg chg="ord">
        <pc:chgData name="Dimitar Zahariev" userId="b84e4ebc77879e88" providerId="LiveId" clId="{933F7E3C-F423-4D97-B1B1-839B9BAE574B}" dt="2020-05-18T05:52:07.597" v="9"/>
        <pc:sldMkLst>
          <pc:docMk/>
          <pc:sldMk cId="2349142724" sldId="709"/>
        </pc:sldMkLst>
      </pc:sldChg>
      <pc:sldChg chg="del">
        <pc:chgData name="Dimitar Zahariev" userId="b84e4ebc77879e88" providerId="LiveId" clId="{933F7E3C-F423-4D97-B1B1-839B9BAE574B}" dt="2020-05-18T06:00:03.294" v="78" actId="47"/>
        <pc:sldMkLst>
          <pc:docMk/>
          <pc:sldMk cId="1271392377" sldId="764"/>
        </pc:sldMkLst>
      </pc:sldChg>
      <pc:sldChg chg="modSp mod">
        <pc:chgData name="Dimitar Zahariev" userId="b84e4ebc77879e88" providerId="LiveId" clId="{933F7E3C-F423-4D97-B1B1-839B9BAE574B}" dt="2020-05-18T05:58:04.049" v="19" actId="1076"/>
        <pc:sldMkLst>
          <pc:docMk/>
          <pc:sldMk cId="1432835850" sldId="772"/>
        </pc:sldMkLst>
        <pc:spChg chg="mod">
          <ac:chgData name="Dimitar Zahariev" userId="b84e4ebc77879e88" providerId="LiveId" clId="{933F7E3C-F423-4D97-B1B1-839B9BAE574B}" dt="2020-05-18T05:57:31.927" v="18" actId="255"/>
          <ac:spMkLst>
            <pc:docMk/>
            <pc:sldMk cId="1432835850" sldId="772"/>
            <ac:spMk id="4" creationId="{668BCA2C-5FBE-4A54-9CFE-7350EE024E3A}"/>
          </ac:spMkLst>
        </pc:spChg>
        <pc:spChg chg="mod">
          <ac:chgData name="Dimitar Zahariev" userId="b84e4ebc77879e88" providerId="LiveId" clId="{933F7E3C-F423-4D97-B1B1-839B9BAE574B}" dt="2020-05-18T05:58:04.049" v="19" actId="1076"/>
          <ac:spMkLst>
            <pc:docMk/>
            <pc:sldMk cId="1432835850" sldId="772"/>
            <ac:spMk id="5" creationId="{8BA89B86-E318-4DEA-BDCC-4622A2B53EFA}"/>
          </ac:spMkLst>
        </pc:spChg>
      </pc:sldChg>
      <pc:sldChg chg="mod">
        <pc:chgData name="Dimitar Zahariev" userId="b84e4ebc77879e88" providerId="LiveId" clId="{933F7E3C-F423-4D97-B1B1-839B9BAE574B}" dt="2020-05-18T05:48:42.634" v="7" actId="27918"/>
        <pc:sldMkLst>
          <pc:docMk/>
          <pc:sldMk cId="2101684696" sldId="777"/>
        </pc:sldMkLst>
      </pc:sldChg>
      <pc:sldChg chg="del">
        <pc:chgData name="Dimitar Zahariev" userId="b84e4ebc77879e88" providerId="LiveId" clId="{933F7E3C-F423-4D97-B1B1-839B9BAE574B}" dt="2020-05-18T05:46:21.617" v="3" actId="47"/>
        <pc:sldMkLst>
          <pc:docMk/>
          <pc:sldMk cId="1711154160" sldId="784"/>
        </pc:sldMkLst>
      </pc:sldChg>
      <pc:sldChg chg="modAnim">
        <pc:chgData name="Dimitar Zahariev" userId="b84e4ebc77879e88" providerId="LiveId" clId="{933F7E3C-F423-4D97-B1B1-839B9BAE574B}" dt="2020-05-18T06:07:10.600" v="84"/>
        <pc:sldMkLst>
          <pc:docMk/>
          <pc:sldMk cId="1637098660" sldId="789"/>
        </pc:sldMkLst>
      </pc:sldChg>
      <pc:sldChg chg="add">
        <pc:chgData name="Dimitar Zahariev" userId="b84e4ebc77879e88" providerId="LiveId" clId="{933F7E3C-F423-4D97-B1B1-839B9BAE574B}" dt="2020-05-18T05:45:53.249" v="0"/>
        <pc:sldMkLst>
          <pc:docMk/>
          <pc:sldMk cId="531444762" sldId="921"/>
        </pc:sldMkLst>
      </pc:sldChg>
      <pc:sldChg chg="add">
        <pc:chgData name="Dimitar Zahariev" userId="b84e4ebc77879e88" providerId="LiveId" clId="{933F7E3C-F423-4D97-B1B1-839B9BAE574B}" dt="2020-05-18T05:45:53.249" v="0"/>
        <pc:sldMkLst>
          <pc:docMk/>
          <pc:sldMk cId="3839367367" sldId="922"/>
        </pc:sldMkLst>
      </pc:sldChg>
      <pc:sldChg chg="add">
        <pc:chgData name="Dimitar Zahariev" userId="b84e4ebc77879e88" providerId="LiveId" clId="{933F7E3C-F423-4D97-B1B1-839B9BAE574B}" dt="2020-05-18T05:52:55.854" v="10"/>
        <pc:sldMkLst>
          <pc:docMk/>
          <pc:sldMk cId="175929115" sldId="955"/>
        </pc:sldMkLst>
      </pc:sldChg>
      <pc:sldChg chg="add">
        <pc:chgData name="Dimitar Zahariev" userId="b84e4ebc77879e88" providerId="LiveId" clId="{933F7E3C-F423-4D97-B1B1-839B9BAE574B}" dt="2020-05-18T05:46:19.242" v="2"/>
        <pc:sldMkLst>
          <pc:docMk/>
          <pc:sldMk cId="1055272636" sldId="958"/>
        </pc:sldMkLst>
      </pc:sldChg>
      <pc:sldChg chg="modSp add mod">
        <pc:chgData name="Dimitar Zahariev" userId="b84e4ebc77879e88" providerId="LiveId" clId="{933F7E3C-F423-4D97-B1B1-839B9BAE574B}" dt="2020-05-18T05:59:52.874" v="77" actId="27636"/>
        <pc:sldMkLst>
          <pc:docMk/>
          <pc:sldMk cId="2825810768" sldId="959"/>
        </pc:sldMkLst>
        <pc:spChg chg="mod">
          <ac:chgData name="Dimitar Zahariev" userId="b84e4ebc77879e88" providerId="LiveId" clId="{933F7E3C-F423-4D97-B1B1-839B9BAE574B}" dt="2020-05-18T05:59:22.252" v="63" actId="20577"/>
          <ac:spMkLst>
            <pc:docMk/>
            <pc:sldMk cId="2825810768" sldId="959"/>
            <ac:spMk id="2" creationId="{37F91798-9AD5-4209-8887-958029548481}"/>
          </ac:spMkLst>
        </pc:spChg>
        <pc:spChg chg="mod">
          <ac:chgData name="Dimitar Zahariev" userId="b84e4ebc77879e88" providerId="LiveId" clId="{933F7E3C-F423-4D97-B1B1-839B9BAE574B}" dt="2020-05-18T05:59:52.874" v="77" actId="27636"/>
          <ac:spMkLst>
            <pc:docMk/>
            <pc:sldMk cId="2825810768" sldId="959"/>
            <ac:spMk id="3" creationId="{A004DC04-DA2A-41C0-8578-4B8D2F08EA7D}"/>
          </ac:spMkLst>
        </pc:spChg>
      </pc:sldChg>
    </pc:docChg>
  </pc:docChgLst>
  <pc:docChgLst>
    <pc:chgData name="Dimitar Zahariev" userId="b84e4ebc77879e88" providerId="LiveId" clId="{73BE1C8C-37BB-4291-9C8F-94070262EE52}"/>
    <pc:docChg chg="modSld">
      <pc:chgData name="Dimitar Zahariev" userId="b84e4ebc77879e88" providerId="LiveId" clId="{73BE1C8C-37BB-4291-9C8F-94070262EE52}" dt="2020-05-18T14:25:06.311" v="2" actId="27918"/>
      <pc:docMkLst>
        <pc:docMk/>
      </pc:docMkLst>
      <pc:sldChg chg="mod">
        <pc:chgData name="Dimitar Zahariev" userId="b84e4ebc77879e88" providerId="LiveId" clId="{73BE1C8C-37BB-4291-9C8F-94070262EE52}" dt="2020-05-18T14:25:06.311" v="2" actId="27918"/>
        <pc:sldMkLst>
          <pc:docMk/>
          <pc:sldMk cId="2101684696" sldId="777"/>
        </pc:sldMkLst>
      </pc:sldChg>
    </pc:docChg>
  </pc:docChgLst>
  <pc:docChgLst>
    <pc:chgData name="Dimitar Zahariev" userId="b84e4ebc77879e88" providerId="LiveId" clId="{541990F8-837A-447D-BA7F-777002BC3AF1}"/>
    <pc:docChg chg="undo custSel addSld delSld modSld sldOrd modSection">
      <pc:chgData name="Dimitar Zahariev" userId="b84e4ebc77879e88" providerId="LiveId" clId="{541990F8-837A-447D-BA7F-777002BC3AF1}" dt="2019-09-19T11:27:43.522" v="6292"/>
      <pc:docMkLst>
        <pc:docMk/>
      </pc:docMkLst>
      <pc:sldChg chg="add">
        <pc:chgData name="Dimitar Zahariev" userId="b84e4ebc77879e88" providerId="LiveId" clId="{541990F8-837A-447D-BA7F-777002BC3AF1}" dt="2019-09-16T08:10:18.683" v="616"/>
        <pc:sldMkLst>
          <pc:docMk/>
          <pc:sldMk cId="360225447" sldId="294"/>
        </pc:sldMkLst>
      </pc:sldChg>
      <pc:sldChg chg="modAnim">
        <pc:chgData name="Dimitar Zahariev" userId="b84e4ebc77879e88" providerId="LiveId" clId="{541990F8-837A-447D-BA7F-777002BC3AF1}" dt="2019-09-19T11:27:28.223" v="6282"/>
        <pc:sldMkLst>
          <pc:docMk/>
          <pc:sldMk cId="2087190546" sldId="349"/>
        </pc:sldMkLst>
      </pc:sldChg>
      <pc:sldChg chg="modAnim">
        <pc:chgData name="Dimitar Zahariev" userId="b84e4ebc77879e88" providerId="LiveId" clId="{541990F8-837A-447D-BA7F-777002BC3AF1}" dt="2019-09-19T11:27:43.522" v="6292"/>
        <pc:sldMkLst>
          <pc:docMk/>
          <pc:sldMk cId="59229132" sldId="428"/>
        </pc:sldMkLst>
      </pc:sldChg>
      <pc:sldChg chg="modSp modAnim">
        <pc:chgData name="Dimitar Zahariev" userId="b84e4ebc77879e88" providerId="LiveId" clId="{541990F8-837A-447D-BA7F-777002BC3AF1}" dt="2019-09-16T13:15:53.995" v="2017" actId="20577"/>
        <pc:sldMkLst>
          <pc:docMk/>
          <pc:sldMk cId="2141482006" sldId="529"/>
        </pc:sldMkLst>
        <pc:spChg chg="mod">
          <ac:chgData name="Dimitar Zahariev" userId="b84e4ebc77879e88" providerId="LiveId" clId="{541990F8-837A-447D-BA7F-777002BC3AF1}" dt="2019-09-16T08:10:48.779" v="635" actId="20577"/>
          <ac:spMkLst>
            <pc:docMk/>
            <pc:sldMk cId="2141482006" sldId="529"/>
            <ac:spMk id="444418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3:15:53.995" v="2017" actId="20577"/>
          <ac:spMkLst>
            <pc:docMk/>
            <pc:sldMk cId="2141482006" sldId="529"/>
            <ac:spMk id="444419" creationId="{00000000-0000-0000-0000-000000000000}"/>
          </ac:spMkLst>
        </pc:spChg>
      </pc:sldChg>
      <pc:sldChg chg="modSp">
        <pc:chgData name="Dimitar Zahariev" userId="b84e4ebc77879e88" providerId="LiveId" clId="{541990F8-837A-447D-BA7F-777002BC3AF1}" dt="2019-09-16T08:10:44.774" v="632" actId="20577"/>
        <pc:sldMkLst>
          <pc:docMk/>
          <pc:sldMk cId="2164761236" sldId="532"/>
        </pc:sldMkLst>
        <pc:spChg chg="mod">
          <ac:chgData name="Dimitar Zahariev" userId="b84e4ebc77879e88" providerId="LiveId" clId="{541990F8-837A-447D-BA7F-777002BC3AF1}" dt="2019-09-16T08:09:29.616" v="603" actId="12"/>
          <ac:spMkLst>
            <pc:docMk/>
            <pc:sldMk cId="2164761236" sldId="532"/>
            <ac:spMk id="3" creationId="{CCBBA88C-C72C-46FC-B1CD-F9B946D90BB3}"/>
          </ac:spMkLst>
        </pc:spChg>
        <pc:spChg chg="mod">
          <ac:chgData name="Dimitar Zahariev" userId="b84e4ebc77879e88" providerId="LiveId" clId="{541990F8-837A-447D-BA7F-777002BC3AF1}" dt="2019-09-16T08:10:44.774" v="632" actId="20577"/>
          <ac:spMkLst>
            <pc:docMk/>
            <pc:sldMk cId="2164761236" sldId="532"/>
            <ac:spMk id="4" creationId="{0141AF62-65D2-47C8-ACCC-4D20F874D323}"/>
          </ac:spMkLst>
        </pc:spChg>
      </pc:sldChg>
      <pc:sldChg chg="modSp add modAnim">
        <pc:chgData name="Dimitar Zahariev" userId="b84e4ebc77879e88" providerId="LiveId" clId="{541990F8-837A-447D-BA7F-777002BC3AF1}" dt="2019-09-16T11:16:38.104" v="692"/>
        <pc:sldMkLst>
          <pc:docMk/>
          <pc:sldMk cId="978759760" sldId="634"/>
        </pc:sldMkLst>
        <pc:spChg chg="mod">
          <ac:chgData name="Dimitar Zahariev" userId="b84e4ebc77879e88" providerId="LiveId" clId="{541990F8-837A-447D-BA7F-777002BC3AF1}" dt="2019-09-16T07:45:28.318" v="318"/>
          <ac:spMkLst>
            <pc:docMk/>
            <pc:sldMk cId="978759760" sldId="634"/>
            <ac:spMk id="5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07:45:31.342" v="319"/>
          <ac:spMkLst>
            <pc:docMk/>
            <pc:sldMk cId="978759760" sldId="634"/>
            <ac:spMk id="6" creationId="{00000000-0000-0000-0000-000000000000}"/>
          </ac:spMkLst>
        </pc:spChg>
      </pc:sldChg>
      <pc:sldChg chg="modSp">
        <pc:chgData name="Dimitar Zahariev" userId="b84e4ebc77879e88" providerId="LiveId" clId="{541990F8-837A-447D-BA7F-777002BC3AF1}" dt="2019-09-16T11:12:20.148" v="643" actId="113"/>
        <pc:sldMkLst>
          <pc:docMk/>
          <pc:sldMk cId="3241035171" sldId="692"/>
        </pc:sldMkLst>
        <pc:spChg chg="mod">
          <ac:chgData name="Dimitar Zahariev" userId="b84e4ebc77879e88" providerId="LiveId" clId="{541990F8-837A-447D-BA7F-777002BC3AF1}" dt="2019-09-16T11:12:20.148" v="643" actId="113"/>
          <ac:spMkLst>
            <pc:docMk/>
            <pc:sldMk cId="3241035171" sldId="692"/>
            <ac:spMk id="3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1:12:03.641" v="642" actId="113"/>
          <ac:spMkLst>
            <pc:docMk/>
            <pc:sldMk cId="3241035171" sldId="692"/>
            <ac:spMk id="8" creationId="{00000000-0000-0000-0000-000000000000}"/>
          </ac:spMkLst>
        </pc:spChg>
      </pc:sldChg>
      <pc:sldChg chg="modSp">
        <pc:chgData name="Dimitar Zahariev" userId="b84e4ebc77879e88" providerId="LiveId" clId="{541990F8-837A-447D-BA7F-777002BC3AF1}" dt="2019-09-16T20:15:37.282" v="3201" actId="20577"/>
        <pc:sldMkLst>
          <pc:docMk/>
          <pc:sldMk cId="1038949902" sldId="694"/>
        </pc:sldMkLst>
        <pc:spChg chg="mod">
          <ac:chgData name="Dimitar Zahariev" userId="b84e4ebc77879e88" providerId="LiveId" clId="{541990F8-837A-447D-BA7F-777002BC3AF1}" dt="2019-09-16T07:37:48.899" v="199" actId="20577"/>
          <ac:spMkLst>
            <pc:docMk/>
            <pc:sldMk cId="1038949902" sldId="694"/>
            <ac:spMk id="3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20:15:37.282" v="3201" actId="20577"/>
          <ac:spMkLst>
            <pc:docMk/>
            <pc:sldMk cId="1038949902" sldId="694"/>
            <ac:spMk id="4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07:29:18.080" v="9" actId="20577"/>
          <ac:spMkLst>
            <pc:docMk/>
            <pc:sldMk cId="1038949902" sldId="694"/>
            <ac:spMk id="8" creationId="{00000000-0000-0000-0000-000000000000}"/>
          </ac:spMkLst>
        </pc:spChg>
      </pc:sldChg>
      <pc:sldChg chg="del">
        <pc:chgData name="Dimitar Zahariev" userId="b84e4ebc77879e88" providerId="LiveId" clId="{541990F8-837A-447D-BA7F-777002BC3AF1}" dt="2019-09-16T07:41:03.609" v="286" actId="2696"/>
        <pc:sldMkLst>
          <pc:docMk/>
          <pc:sldMk cId="1912505886" sldId="695"/>
        </pc:sldMkLst>
      </pc:sldChg>
      <pc:sldChg chg="addSp delSp modSp">
        <pc:chgData name="Dimitar Zahariev" userId="b84e4ebc77879e88" providerId="LiveId" clId="{541990F8-837A-447D-BA7F-777002BC3AF1}" dt="2019-09-16T11:15:43.862" v="688" actId="478"/>
        <pc:sldMkLst>
          <pc:docMk/>
          <pc:sldMk cId="2015325907" sldId="698"/>
        </pc:sldMkLst>
        <pc:spChg chg="add del mod">
          <ac:chgData name="Dimitar Zahariev" userId="b84e4ebc77879e88" providerId="LiveId" clId="{541990F8-837A-447D-BA7F-777002BC3AF1}" dt="2019-09-16T11:15:43.862" v="688" actId="478"/>
          <ac:spMkLst>
            <pc:docMk/>
            <pc:sldMk cId="2015325907" sldId="698"/>
            <ac:spMk id="5" creationId="{1BD6BE7C-C4D4-455A-BEDD-72D5B3933A26}"/>
          </ac:spMkLst>
        </pc:spChg>
        <pc:spChg chg="add del mod">
          <ac:chgData name="Dimitar Zahariev" userId="b84e4ebc77879e88" providerId="LiveId" clId="{541990F8-837A-447D-BA7F-777002BC3AF1}" dt="2019-09-16T11:15:43.008" v="687" actId="478"/>
          <ac:spMkLst>
            <pc:docMk/>
            <pc:sldMk cId="2015325907" sldId="698"/>
            <ac:spMk id="6" creationId="{E7DAF1A3-37B9-49D2-8BB4-EA18CC362C35}"/>
          </ac:spMkLst>
        </pc:spChg>
      </pc:sldChg>
      <pc:sldChg chg="del">
        <pc:chgData name="Dimitar Zahariev" userId="b84e4ebc77879e88" providerId="LiveId" clId="{541990F8-837A-447D-BA7F-777002BC3AF1}" dt="2019-09-16T11:23:23.628" v="916" actId="2696"/>
        <pc:sldMkLst>
          <pc:docMk/>
          <pc:sldMk cId="2927169825" sldId="703"/>
        </pc:sldMkLst>
      </pc:sldChg>
      <pc:sldChg chg="del">
        <pc:chgData name="Dimitar Zahariev" userId="b84e4ebc77879e88" providerId="LiveId" clId="{541990F8-837A-447D-BA7F-777002BC3AF1}" dt="2019-09-16T11:28:32.134" v="1111" actId="2696"/>
        <pc:sldMkLst>
          <pc:docMk/>
          <pc:sldMk cId="1963461630" sldId="704"/>
        </pc:sldMkLst>
      </pc:sldChg>
      <pc:sldChg chg="addSp modSp modAnim">
        <pc:chgData name="Dimitar Zahariev" userId="b84e4ebc77879e88" providerId="LiveId" clId="{541990F8-837A-447D-BA7F-777002BC3AF1}" dt="2019-09-16T12:48:36.566" v="1505"/>
        <pc:sldMkLst>
          <pc:docMk/>
          <pc:sldMk cId="357713501" sldId="711"/>
        </pc:sldMkLst>
        <pc:spChg chg="mod">
          <ac:chgData name="Dimitar Zahariev" userId="b84e4ebc77879e88" providerId="LiveId" clId="{541990F8-837A-447D-BA7F-777002BC3AF1}" dt="2019-09-16T12:47:36.760" v="1502" actId="108"/>
          <ac:spMkLst>
            <pc:docMk/>
            <pc:sldMk cId="357713501" sldId="711"/>
            <ac:spMk id="3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2:35:10.517" v="1380" actId="20577"/>
          <ac:spMkLst>
            <pc:docMk/>
            <pc:sldMk cId="357713501" sldId="711"/>
            <ac:spMk id="4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2:35:47.826" v="1402" actId="1036"/>
          <ac:spMkLst>
            <pc:docMk/>
            <pc:sldMk cId="357713501" sldId="711"/>
            <ac:spMk id="5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2:35:37.503" v="1383" actId="1076"/>
          <ac:spMkLst>
            <pc:docMk/>
            <pc:sldMk cId="357713501" sldId="711"/>
            <ac:spMk id="6" creationId="{00000000-0000-0000-0000-000000000000}"/>
          </ac:spMkLst>
        </pc:spChg>
        <pc:spChg chg="add mod">
          <ac:chgData name="Dimitar Zahariev" userId="b84e4ebc77879e88" providerId="LiveId" clId="{541990F8-837A-447D-BA7F-777002BC3AF1}" dt="2019-09-16T12:45:15.345" v="1411" actId="20577"/>
          <ac:spMkLst>
            <pc:docMk/>
            <pc:sldMk cId="357713501" sldId="711"/>
            <ac:spMk id="7" creationId="{20DB787D-C94C-433D-84F1-61D3B15ED4E0}"/>
          </ac:spMkLst>
        </pc:spChg>
        <pc:spChg chg="add mod">
          <ac:chgData name="Dimitar Zahariev" userId="b84e4ebc77879e88" providerId="LiveId" clId="{541990F8-837A-447D-BA7F-777002BC3AF1}" dt="2019-09-16T12:47:23.813" v="1499" actId="20577"/>
          <ac:spMkLst>
            <pc:docMk/>
            <pc:sldMk cId="357713501" sldId="711"/>
            <ac:spMk id="8" creationId="{74288AB6-AEB4-42AC-BC98-E2D3B358BB4C}"/>
          </ac:spMkLst>
        </pc:spChg>
      </pc:sldChg>
      <pc:sldChg chg="del">
        <pc:chgData name="Dimitar Zahariev" userId="b84e4ebc77879e88" providerId="LiveId" clId="{541990F8-837A-447D-BA7F-777002BC3AF1}" dt="2019-09-16T12:22:13.541" v="1323" actId="2696"/>
        <pc:sldMkLst>
          <pc:docMk/>
          <pc:sldMk cId="671171317" sldId="715"/>
        </pc:sldMkLst>
      </pc:sldChg>
      <pc:sldChg chg="modSp">
        <pc:chgData name="Dimitar Zahariev" userId="b84e4ebc77879e88" providerId="LiveId" clId="{541990F8-837A-447D-BA7F-777002BC3AF1}" dt="2019-09-16T12:49:18.529" v="1510" actId="20577"/>
        <pc:sldMkLst>
          <pc:docMk/>
          <pc:sldMk cId="745402386" sldId="719"/>
        </pc:sldMkLst>
        <pc:spChg chg="mod">
          <ac:chgData name="Dimitar Zahariev" userId="b84e4ebc77879e88" providerId="LiveId" clId="{541990F8-837A-447D-BA7F-777002BC3AF1}" dt="2019-09-16T12:49:18.529" v="1510" actId="20577"/>
          <ac:spMkLst>
            <pc:docMk/>
            <pc:sldMk cId="745402386" sldId="719"/>
            <ac:spMk id="4" creationId="{00000000-0000-0000-0000-000000000000}"/>
          </ac:spMkLst>
        </pc:spChg>
      </pc:sldChg>
      <pc:sldChg chg="del">
        <pc:chgData name="Dimitar Zahariev" userId="b84e4ebc77879e88" providerId="LiveId" clId="{541990F8-837A-447D-BA7F-777002BC3AF1}" dt="2019-09-16T13:28:12.934" v="2255" actId="2696"/>
        <pc:sldMkLst>
          <pc:docMk/>
          <pc:sldMk cId="2678087382" sldId="722"/>
        </pc:sldMkLst>
      </pc:sldChg>
      <pc:sldChg chg="del">
        <pc:chgData name="Dimitar Zahariev" userId="b84e4ebc77879e88" providerId="LiveId" clId="{541990F8-837A-447D-BA7F-777002BC3AF1}" dt="2019-09-16T13:31:39.273" v="2414" actId="2696"/>
        <pc:sldMkLst>
          <pc:docMk/>
          <pc:sldMk cId="735091568" sldId="723"/>
        </pc:sldMkLst>
      </pc:sldChg>
      <pc:sldChg chg="del">
        <pc:chgData name="Dimitar Zahariev" userId="b84e4ebc77879e88" providerId="LiveId" clId="{541990F8-837A-447D-BA7F-777002BC3AF1}" dt="2019-09-16T13:32:22.027" v="2428" actId="2696"/>
        <pc:sldMkLst>
          <pc:docMk/>
          <pc:sldMk cId="3904084490" sldId="724"/>
        </pc:sldMkLst>
      </pc:sldChg>
      <pc:sldChg chg="modSp del">
        <pc:chgData name="Dimitar Zahariev" userId="b84e4ebc77879e88" providerId="LiveId" clId="{541990F8-837A-447D-BA7F-777002BC3AF1}" dt="2019-09-16T13:39:48.520" v="2655" actId="2696"/>
        <pc:sldMkLst>
          <pc:docMk/>
          <pc:sldMk cId="1174482531" sldId="725"/>
        </pc:sldMkLst>
        <pc:spChg chg="mod">
          <ac:chgData name="Dimitar Zahariev" userId="b84e4ebc77879e88" providerId="LiveId" clId="{541990F8-837A-447D-BA7F-777002BC3AF1}" dt="2019-09-16T13:18:33.813" v="2031" actId="20577"/>
          <ac:spMkLst>
            <pc:docMk/>
            <pc:sldMk cId="1174482531" sldId="725"/>
            <ac:spMk id="3" creationId="{00000000-0000-0000-0000-000000000000}"/>
          </ac:spMkLst>
        </pc:spChg>
      </pc:sldChg>
      <pc:sldChg chg="modSp del">
        <pc:chgData name="Dimitar Zahariev" userId="b84e4ebc77879e88" providerId="LiveId" clId="{541990F8-837A-447D-BA7F-777002BC3AF1}" dt="2019-09-16T13:43:28.145" v="2683" actId="2696"/>
        <pc:sldMkLst>
          <pc:docMk/>
          <pc:sldMk cId="380577034" sldId="726"/>
        </pc:sldMkLst>
        <pc:spChg chg="mod">
          <ac:chgData name="Dimitar Zahariev" userId="b84e4ebc77879e88" providerId="LiveId" clId="{541990F8-837A-447D-BA7F-777002BC3AF1}" dt="2019-09-16T13:18:46.604" v="2049" actId="20577"/>
          <ac:spMkLst>
            <pc:docMk/>
            <pc:sldMk cId="380577034" sldId="726"/>
            <ac:spMk id="3" creationId="{00000000-0000-0000-0000-000000000000}"/>
          </ac:spMkLst>
        </pc:spChg>
      </pc:sldChg>
      <pc:sldChg chg="del">
        <pc:chgData name="Dimitar Zahariev" userId="b84e4ebc77879e88" providerId="LiveId" clId="{541990F8-837A-447D-BA7F-777002BC3AF1}" dt="2019-09-16T13:52:15.809" v="2694" actId="2696"/>
        <pc:sldMkLst>
          <pc:docMk/>
          <pc:sldMk cId="2861669750" sldId="727"/>
        </pc:sldMkLst>
      </pc:sldChg>
      <pc:sldChg chg="del">
        <pc:chgData name="Dimitar Zahariev" userId="b84e4ebc77879e88" providerId="LiveId" clId="{541990F8-837A-447D-BA7F-777002BC3AF1}" dt="2019-09-16T14:04:44.686" v="2969" actId="2696"/>
        <pc:sldMkLst>
          <pc:docMk/>
          <pc:sldMk cId="2977135824" sldId="728"/>
        </pc:sldMkLst>
      </pc:sldChg>
      <pc:sldChg chg="del">
        <pc:chgData name="Dimitar Zahariev" userId="b84e4ebc77879e88" providerId="LiveId" clId="{541990F8-837A-447D-BA7F-777002BC3AF1}" dt="2019-09-16T14:07:38.980" v="3062" actId="2696"/>
        <pc:sldMkLst>
          <pc:docMk/>
          <pc:sldMk cId="3992273245" sldId="729"/>
        </pc:sldMkLst>
      </pc:sldChg>
      <pc:sldChg chg="del">
        <pc:chgData name="Dimitar Zahariev" userId="b84e4ebc77879e88" providerId="LiveId" clId="{541990F8-837A-447D-BA7F-777002BC3AF1}" dt="2019-09-16T14:10:41.815" v="3170" actId="2696"/>
        <pc:sldMkLst>
          <pc:docMk/>
          <pc:sldMk cId="3936952249" sldId="730"/>
        </pc:sldMkLst>
      </pc:sldChg>
      <pc:sldChg chg="del">
        <pc:chgData name="Dimitar Zahariev" userId="b84e4ebc77879e88" providerId="LiveId" clId="{541990F8-837A-447D-BA7F-777002BC3AF1}" dt="2019-09-16T20:24:02.478" v="3408" actId="2696"/>
        <pc:sldMkLst>
          <pc:docMk/>
          <pc:sldMk cId="2461204257" sldId="731"/>
        </pc:sldMkLst>
      </pc:sldChg>
      <pc:sldChg chg="del">
        <pc:chgData name="Dimitar Zahariev" userId="b84e4ebc77879e88" providerId="LiveId" clId="{541990F8-837A-447D-BA7F-777002BC3AF1}" dt="2019-09-16T20:27:16.794" v="3448" actId="2696"/>
        <pc:sldMkLst>
          <pc:docMk/>
          <pc:sldMk cId="3183554928" sldId="732"/>
        </pc:sldMkLst>
      </pc:sldChg>
      <pc:sldChg chg="del">
        <pc:chgData name="Dimitar Zahariev" userId="b84e4ebc77879e88" providerId="LiveId" clId="{541990F8-837A-447D-BA7F-777002BC3AF1}" dt="2019-09-16T20:28:57.023" v="3527" actId="2696"/>
        <pc:sldMkLst>
          <pc:docMk/>
          <pc:sldMk cId="2673404541" sldId="733"/>
        </pc:sldMkLst>
      </pc:sldChg>
      <pc:sldChg chg="modSp">
        <pc:chgData name="Dimitar Zahariev" userId="b84e4ebc77879e88" providerId="LiveId" clId="{541990F8-837A-447D-BA7F-777002BC3AF1}" dt="2019-09-16T08:02:26.121" v="377" actId="20577"/>
        <pc:sldMkLst>
          <pc:docMk/>
          <pc:sldMk cId="2500142417" sldId="738"/>
        </pc:sldMkLst>
        <pc:spChg chg="mod">
          <ac:chgData name="Dimitar Zahariev" userId="b84e4ebc77879e88" providerId="LiveId" clId="{541990F8-837A-447D-BA7F-777002BC3AF1}" dt="2019-09-16T08:02:26.121" v="377" actId="20577"/>
          <ac:spMkLst>
            <pc:docMk/>
            <pc:sldMk cId="2500142417" sldId="738"/>
            <ac:spMk id="4" creationId="{00000000-0000-0000-0000-000000000000}"/>
          </ac:spMkLst>
        </pc:spChg>
      </pc:sldChg>
      <pc:sldChg chg="modSp">
        <pc:chgData name="Dimitar Zahariev" userId="b84e4ebc77879e88" providerId="LiveId" clId="{541990F8-837A-447D-BA7F-777002BC3AF1}" dt="2019-09-16T20:46:54.055" v="3852" actId="20577"/>
        <pc:sldMkLst>
          <pc:docMk/>
          <pc:sldMk cId="1790549126" sldId="739"/>
        </pc:sldMkLst>
        <pc:spChg chg="mod">
          <ac:chgData name="Dimitar Zahariev" userId="b84e4ebc77879e88" providerId="LiveId" clId="{541990F8-837A-447D-BA7F-777002BC3AF1}" dt="2019-09-16T20:46:54.055" v="3852" actId="20577"/>
          <ac:spMkLst>
            <pc:docMk/>
            <pc:sldMk cId="1790549126" sldId="739"/>
            <ac:spMk id="4" creationId="{00000000-0000-0000-0000-000000000000}"/>
          </ac:spMkLst>
        </pc:spChg>
      </pc:sldChg>
      <pc:sldChg chg="modSp">
        <pc:chgData name="Dimitar Zahariev" userId="b84e4ebc77879e88" providerId="LiveId" clId="{541990F8-837A-447D-BA7F-777002BC3AF1}" dt="2019-09-16T08:03:24.714" v="439" actId="20577"/>
        <pc:sldMkLst>
          <pc:docMk/>
          <pc:sldMk cId="2006956346" sldId="741"/>
        </pc:sldMkLst>
        <pc:spChg chg="mod">
          <ac:chgData name="Dimitar Zahariev" userId="b84e4ebc77879e88" providerId="LiveId" clId="{541990F8-837A-447D-BA7F-777002BC3AF1}" dt="2019-09-16T08:03:24.714" v="439" actId="20577"/>
          <ac:spMkLst>
            <pc:docMk/>
            <pc:sldMk cId="2006956346" sldId="741"/>
            <ac:spMk id="3" creationId="{00000000-0000-0000-0000-000000000000}"/>
          </ac:spMkLst>
        </pc:spChg>
      </pc:sldChg>
      <pc:sldChg chg="modSp modAnim">
        <pc:chgData name="Dimitar Zahariev" userId="b84e4ebc77879e88" providerId="LiveId" clId="{541990F8-837A-447D-BA7F-777002BC3AF1}" dt="2019-09-16T08:04:17.664" v="497" actId="27636"/>
        <pc:sldMkLst>
          <pc:docMk/>
          <pc:sldMk cId="3526958606" sldId="742"/>
        </pc:sldMkLst>
        <pc:spChg chg="mod">
          <ac:chgData name="Dimitar Zahariev" userId="b84e4ebc77879e88" providerId="LiveId" clId="{541990F8-837A-447D-BA7F-777002BC3AF1}" dt="2019-09-16T08:04:17.664" v="497" actId="27636"/>
          <ac:spMkLst>
            <pc:docMk/>
            <pc:sldMk cId="3526958606" sldId="742"/>
            <ac:spMk id="3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08:03:53.318" v="474" actId="20577"/>
          <ac:spMkLst>
            <pc:docMk/>
            <pc:sldMk cId="3526958606" sldId="742"/>
            <ac:spMk id="4" creationId="{00000000-0000-0000-0000-000000000000}"/>
          </ac:spMkLst>
        </pc:spChg>
      </pc:sldChg>
      <pc:sldChg chg="modSp del modAnim">
        <pc:chgData name="Dimitar Zahariev" userId="b84e4ebc77879e88" providerId="LiveId" clId="{541990F8-837A-447D-BA7F-777002BC3AF1}" dt="2019-09-16T08:04:29.848" v="498" actId="2696"/>
        <pc:sldMkLst>
          <pc:docMk/>
          <pc:sldMk cId="831244303" sldId="743"/>
        </pc:sldMkLst>
        <pc:spChg chg="mod">
          <ac:chgData name="Dimitar Zahariev" userId="b84e4ebc77879e88" providerId="LiveId" clId="{541990F8-837A-447D-BA7F-777002BC3AF1}" dt="2019-09-16T08:03:58.750" v="476"/>
          <ac:spMkLst>
            <pc:docMk/>
            <pc:sldMk cId="831244303" sldId="743"/>
            <ac:spMk id="3" creationId="{00000000-0000-0000-0000-000000000000}"/>
          </ac:spMkLst>
        </pc:spChg>
      </pc:sldChg>
      <pc:sldChg chg="modSp">
        <pc:chgData name="Dimitar Zahariev" userId="b84e4ebc77879e88" providerId="LiveId" clId="{541990F8-837A-447D-BA7F-777002BC3AF1}" dt="2019-09-16T20:47:58.349" v="3888" actId="1076"/>
        <pc:sldMkLst>
          <pc:docMk/>
          <pc:sldMk cId="1958930993" sldId="745"/>
        </pc:sldMkLst>
        <pc:graphicFrameChg chg="mod modGraphic">
          <ac:chgData name="Dimitar Zahariev" userId="b84e4ebc77879e88" providerId="LiveId" clId="{541990F8-837A-447D-BA7F-777002BC3AF1}" dt="2019-09-16T20:47:58.349" v="3888" actId="1076"/>
          <ac:graphicFrameMkLst>
            <pc:docMk/>
            <pc:sldMk cId="1958930993" sldId="745"/>
            <ac:graphicFrameMk id="5" creationId="{00000000-0000-0000-0000-000000000000}"/>
          </ac:graphicFrameMkLst>
        </pc:graphicFrameChg>
      </pc:sldChg>
      <pc:sldChg chg="modSp">
        <pc:chgData name="Dimitar Zahariev" userId="b84e4ebc77879e88" providerId="LiveId" clId="{541990F8-837A-447D-BA7F-777002BC3AF1}" dt="2019-09-16T08:05:00.119" v="507" actId="20577"/>
        <pc:sldMkLst>
          <pc:docMk/>
          <pc:sldMk cId="3607085249" sldId="746"/>
        </pc:sldMkLst>
        <pc:spChg chg="mod">
          <ac:chgData name="Dimitar Zahariev" userId="b84e4ebc77879e88" providerId="LiveId" clId="{541990F8-837A-447D-BA7F-777002BC3AF1}" dt="2019-09-16T08:05:00.119" v="507" actId="20577"/>
          <ac:spMkLst>
            <pc:docMk/>
            <pc:sldMk cId="3607085249" sldId="746"/>
            <ac:spMk id="3" creationId="{00000000-0000-0000-0000-000000000000}"/>
          </ac:spMkLst>
        </pc:spChg>
      </pc:sldChg>
      <pc:sldChg chg="modSp">
        <pc:chgData name="Dimitar Zahariev" userId="b84e4ebc77879e88" providerId="LiveId" clId="{541990F8-837A-447D-BA7F-777002BC3AF1}" dt="2019-09-16T20:48:20.834" v="3904" actId="20577"/>
        <pc:sldMkLst>
          <pc:docMk/>
          <pc:sldMk cId="3772870333" sldId="748"/>
        </pc:sldMkLst>
        <pc:spChg chg="mod">
          <ac:chgData name="Dimitar Zahariev" userId="b84e4ebc77879e88" providerId="LiveId" clId="{541990F8-837A-447D-BA7F-777002BC3AF1}" dt="2019-09-16T20:48:20.834" v="3904" actId="20577"/>
          <ac:spMkLst>
            <pc:docMk/>
            <pc:sldMk cId="3772870333" sldId="748"/>
            <ac:spMk id="3" creationId="{00000000-0000-0000-0000-000000000000}"/>
          </ac:spMkLst>
        </pc:spChg>
      </pc:sldChg>
      <pc:sldChg chg="modSp">
        <pc:chgData name="Dimitar Zahariev" userId="b84e4ebc77879e88" providerId="LiveId" clId="{541990F8-837A-447D-BA7F-777002BC3AF1}" dt="2019-09-16T20:48:35.712" v="3911" actId="6549"/>
        <pc:sldMkLst>
          <pc:docMk/>
          <pc:sldMk cId="1842897333" sldId="750"/>
        </pc:sldMkLst>
        <pc:spChg chg="mod">
          <ac:chgData name="Dimitar Zahariev" userId="b84e4ebc77879e88" providerId="LiveId" clId="{541990F8-837A-447D-BA7F-777002BC3AF1}" dt="2019-09-16T20:48:35.712" v="3911" actId="6549"/>
          <ac:spMkLst>
            <pc:docMk/>
            <pc:sldMk cId="1842897333" sldId="750"/>
            <ac:spMk id="4" creationId="{00000000-0000-0000-0000-000000000000}"/>
          </ac:spMkLst>
        </pc:spChg>
      </pc:sldChg>
      <pc:sldChg chg="modAnim">
        <pc:chgData name="Dimitar Zahariev" userId="b84e4ebc77879e88" providerId="LiveId" clId="{541990F8-837A-447D-BA7F-777002BC3AF1}" dt="2019-09-19T11:26:39.359" v="6267"/>
        <pc:sldMkLst>
          <pc:docMk/>
          <pc:sldMk cId="3252247151" sldId="755"/>
        </pc:sldMkLst>
      </pc:sldChg>
      <pc:sldChg chg="modSp">
        <pc:chgData name="Dimitar Zahariev" userId="b84e4ebc77879e88" providerId="LiveId" clId="{541990F8-837A-447D-BA7F-777002BC3AF1}" dt="2019-09-16T13:14:52.564" v="1994" actId="20577"/>
        <pc:sldMkLst>
          <pc:docMk/>
          <pc:sldMk cId="1271392377" sldId="764"/>
        </pc:sldMkLst>
        <pc:spChg chg="mod">
          <ac:chgData name="Dimitar Zahariev" userId="b84e4ebc77879e88" providerId="LiveId" clId="{541990F8-837A-447D-BA7F-777002BC3AF1}" dt="2019-09-16T13:14:52.564" v="1994" actId="20577"/>
          <ac:spMkLst>
            <pc:docMk/>
            <pc:sldMk cId="1271392377" sldId="764"/>
            <ac:spMk id="11" creationId="{41C7E7D8-C8F7-45F3-8EA8-3C596489C7B8}"/>
          </ac:spMkLst>
        </pc:spChg>
      </pc:sldChg>
      <pc:sldChg chg="del">
        <pc:chgData name="Dimitar Zahariev" userId="b84e4ebc77879e88" providerId="LiveId" clId="{541990F8-837A-447D-BA7F-777002BC3AF1}" dt="2019-09-16T08:09:01.948" v="578" actId="2696"/>
        <pc:sldMkLst>
          <pc:docMk/>
          <pc:sldMk cId="3094679790" sldId="765"/>
        </pc:sldMkLst>
      </pc:sldChg>
      <pc:sldChg chg="modSp mod">
        <pc:chgData name="Dimitar Zahariev" userId="b84e4ebc77879e88" providerId="LiveId" clId="{541990F8-837A-447D-BA7F-777002BC3AF1}" dt="2019-09-17T14:19:03.810" v="6220" actId="27918"/>
        <pc:sldMkLst>
          <pc:docMk/>
          <pc:sldMk cId="2101684696" sldId="777"/>
        </pc:sldMkLst>
        <pc:spChg chg="mod">
          <ac:chgData name="Dimitar Zahariev" userId="b84e4ebc77879e88" providerId="LiveId" clId="{541990F8-837A-447D-BA7F-777002BC3AF1}" dt="2019-09-17T07:34:02.540" v="3937" actId="20577"/>
          <ac:spMkLst>
            <pc:docMk/>
            <pc:sldMk cId="2101684696" sldId="777"/>
            <ac:spMk id="4" creationId="{0141AF62-65D2-47C8-ACCC-4D20F874D323}"/>
          </ac:spMkLst>
        </pc:spChg>
      </pc:sldChg>
      <pc:sldChg chg="del">
        <pc:chgData name="Dimitar Zahariev" userId="b84e4ebc77879e88" providerId="LiveId" clId="{541990F8-837A-447D-BA7F-777002BC3AF1}" dt="2019-08-26T12:53:40.554" v="2" actId="2696"/>
        <pc:sldMkLst>
          <pc:docMk/>
          <pc:sldMk cId="1022073263" sldId="778"/>
        </pc:sldMkLst>
      </pc:sldChg>
      <pc:sldChg chg="del">
        <pc:chgData name="Dimitar Zahariev" userId="b84e4ebc77879e88" providerId="LiveId" clId="{541990F8-837A-447D-BA7F-777002BC3AF1}" dt="2019-09-16T13:09:42.586" v="1860" actId="2696"/>
        <pc:sldMkLst>
          <pc:docMk/>
          <pc:sldMk cId="2087544926" sldId="779"/>
        </pc:sldMkLst>
      </pc:sldChg>
      <pc:sldChg chg="modSp">
        <pc:chgData name="Dimitar Zahariev" userId="b84e4ebc77879e88" providerId="LiveId" clId="{541990F8-837A-447D-BA7F-777002BC3AF1}" dt="2019-09-16T08:10:53.421" v="640" actId="20577"/>
        <pc:sldMkLst>
          <pc:docMk/>
          <pc:sldMk cId="3573638177" sldId="781"/>
        </pc:sldMkLst>
        <pc:spChg chg="mod">
          <ac:chgData name="Dimitar Zahariev" userId="b84e4ebc77879e88" providerId="LiveId" clId="{541990F8-837A-447D-BA7F-777002BC3AF1}" dt="2019-09-16T08:10:53.421" v="640" actId="20577"/>
          <ac:spMkLst>
            <pc:docMk/>
            <pc:sldMk cId="3573638177" sldId="781"/>
            <ac:spMk id="4" creationId="{623E2A05-BDA4-430D-B3B4-5639B1B63476}"/>
          </ac:spMkLst>
        </pc:spChg>
        <pc:spChg chg="mod">
          <ac:chgData name="Dimitar Zahariev" userId="b84e4ebc77879e88" providerId="LiveId" clId="{541990F8-837A-447D-BA7F-777002BC3AF1}" dt="2019-09-16T08:10:03.316" v="604"/>
          <ac:spMkLst>
            <pc:docMk/>
            <pc:sldMk cId="3573638177" sldId="781"/>
            <ac:spMk id="5" creationId="{5340713C-FE01-44E2-B339-9AA0CE4A122E}"/>
          </ac:spMkLst>
        </pc:spChg>
      </pc:sldChg>
      <pc:sldChg chg="del">
        <pc:chgData name="Dimitar Zahariev" userId="b84e4ebc77879e88" providerId="LiveId" clId="{541990F8-837A-447D-BA7F-777002BC3AF1}" dt="2019-08-26T12:45:15.855" v="0" actId="2696"/>
        <pc:sldMkLst>
          <pc:docMk/>
          <pc:sldMk cId="3066377719" sldId="782"/>
        </pc:sldMkLst>
      </pc:sldChg>
      <pc:sldChg chg="add">
        <pc:chgData name="Dimitar Zahariev" userId="b84e4ebc77879e88" providerId="LiveId" clId="{541990F8-837A-447D-BA7F-777002BC3AF1}" dt="2019-08-26T12:53:38.258" v="1"/>
        <pc:sldMkLst>
          <pc:docMk/>
          <pc:sldMk cId="1711154160" sldId="784"/>
        </pc:sldMkLst>
      </pc:sldChg>
      <pc:sldChg chg="addSp delSp modSp add delAnim modAnim">
        <pc:chgData name="Dimitar Zahariev" userId="b84e4ebc77879e88" providerId="LiveId" clId="{541990F8-837A-447D-BA7F-777002BC3AF1}" dt="2019-09-19T11:24:18.539" v="6266" actId="20577"/>
        <pc:sldMkLst>
          <pc:docMk/>
          <pc:sldMk cId="4056931261" sldId="785"/>
        </pc:sldMkLst>
        <pc:spChg chg="del">
          <ac:chgData name="Dimitar Zahariev" userId="b84e4ebc77879e88" providerId="LiveId" clId="{541990F8-837A-447D-BA7F-777002BC3AF1}" dt="2019-09-16T07:29:43.950" v="11"/>
          <ac:spMkLst>
            <pc:docMk/>
            <pc:sldMk cId="4056931261" sldId="785"/>
            <ac:spMk id="2" creationId="{5EE4F456-2E22-493C-BA0D-4AC1BD67A8EF}"/>
          </ac:spMkLst>
        </pc:spChg>
        <pc:spChg chg="del">
          <ac:chgData name="Dimitar Zahariev" userId="b84e4ebc77879e88" providerId="LiveId" clId="{541990F8-837A-447D-BA7F-777002BC3AF1}" dt="2019-09-16T07:29:43.950" v="11"/>
          <ac:spMkLst>
            <pc:docMk/>
            <pc:sldMk cId="4056931261" sldId="785"/>
            <ac:spMk id="3" creationId="{4168AAAB-603D-4A8C-AB7A-DE276E0C28E7}"/>
          </ac:spMkLst>
        </pc:spChg>
        <pc:spChg chg="add mod">
          <ac:chgData name="Dimitar Zahariev" userId="b84e4ebc77879e88" providerId="LiveId" clId="{541990F8-837A-447D-BA7F-777002BC3AF1}" dt="2019-09-16T20:15:47.632" v="3218" actId="20577"/>
          <ac:spMkLst>
            <pc:docMk/>
            <pc:sldMk cId="4056931261" sldId="785"/>
            <ac:spMk id="5" creationId="{43F1664D-FAFF-42F6-B89C-62266A0496EC}"/>
          </ac:spMkLst>
        </pc:spChg>
        <pc:spChg chg="add mod">
          <ac:chgData name="Dimitar Zahariev" userId="b84e4ebc77879e88" providerId="LiveId" clId="{541990F8-837A-447D-BA7F-777002BC3AF1}" dt="2019-09-19T11:24:15.177" v="6262" actId="20577"/>
          <ac:spMkLst>
            <pc:docMk/>
            <pc:sldMk cId="4056931261" sldId="785"/>
            <ac:spMk id="6" creationId="{D569DE88-BDB3-4EDB-AAE9-4F1A456A0DE9}"/>
          </ac:spMkLst>
        </pc:spChg>
        <pc:spChg chg="add mod">
          <ac:chgData name="Dimitar Zahariev" userId="b84e4ebc77879e88" providerId="LiveId" clId="{541990F8-837A-447D-BA7F-777002BC3AF1}" dt="2019-09-19T11:24:18.539" v="6266" actId="20577"/>
          <ac:spMkLst>
            <pc:docMk/>
            <pc:sldMk cId="4056931261" sldId="785"/>
            <ac:spMk id="7" creationId="{3563BFBE-9C78-4A7A-A4E2-1B212A2EE599}"/>
          </ac:spMkLst>
        </pc:spChg>
        <pc:spChg chg="add mod">
          <ac:chgData name="Dimitar Zahariev" userId="b84e4ebc77879e88" providerId="LiveId" clId="{541990F8-837A-447D-BA7F-777002BC3AF1}" dt="2019-09-16T07:39:18.822" v="207" actId="14100"/>
          <ac:spMkLst>
            <pc:docMk/>
            <pc:sldMk cId="4056931261" sldId="785"/>
            <ac:spMk id="8" creationId="{EDA82B27-0674-418A-89DB-1FBA2889DAC6}"/>
          </ac:spMkLst>
        </pc:spChg>
        <pc:spChg chg="add mod">
          <ac:chgData name="Dimitar Zahariev" userId="b84e4ebc77879e88" providerId="LiveId" clId="{541990F8-837A-447D-BA7F-777002BC3AF1}" dt="2019-09-16T07:39:27.133" v="208"/>
          <ac:spMkLst>
            <pc:docMk/>
            <pc:sldMk cId="4056931261" sldId="785"/>
            <ac:spMk id="9" creationId="{8AFBA729-CFC7-4C91-AE3C-2312C95B2435}"/>
          </ac:spMkLst>
        </pc:spChg>
        <pc:spChg chg="add del mod">
          <ac:chgData name="Dimitar Zahariev" userId="b84e4ebc77879e88" providerId="LiveId" clId="{541990F8-837A-447D-BA7F-777002BC3AF1}" dt="2019-09-16T07:34:51.798" v="128"/>
          <ac:spMkLst>
            <pc:docMk/>
            <pc:sldMk cId="4056931261" sldId="785"/>
            <ac:spMk id="10" creationId="{E93306EC-56A2-4764-BF7C-AF1852FBFB60}"/>
          </ac:spMkLst>
        </pc:spChg>
        <pc:spChg chg="add del mod">
          <ac:chgData name="Dimitar Zahariev" userId="b84e4ebc77879e88" providerId="LiveId" clId="{541990F8-837A-447D-BA7F-777002BC3AF1}" dt="2019-09-16T07:35:49.667" v="149"/>
          <ac:spMkLst>
            <pc:docMk/>
            <pc:sldMk cId="4056931261" sldId="785"/>
            <ac:spMk id="11" creationId="{2514C415-6BA9-458A-81E8-8B37BCA3F6A5}"/>
          </ac:spMkLst>
        </pc:spChg>
        <pc:spChg chg="add del mod">
          <ac:chgData name="Dimitar Zahariev" userId="b84e4ebc77879e88" providerId="LiveId" clId="{541990F8-837A-447D-BA7F-777002BC3AF1}" dt="2019-09-16T07:38:30.070" v="200" actId="478"/>
          <ac:spMkLst>
            <pc:docMk/>
            <pc:sldMk cId="4056931261" sldId="785"/>
            <ac:spMk id="12" creationId="{DA2F5A2B-89D8-4832-9F96-A51F642D4056}"/>
          </ac:spMkLst>
        </pc:spChg>
        <pc:spChg chg="add del mod">
          <ac:chgData name="Dimitar Zahariev" userId="b84e4ebc77879e88" providerId="LiveId" clId="{541990F8-837A-447D-BA7F-777002BC3AF1}" dt="2019-09-16T07:38:30.879" v="201" actId="478"/>
          <ac:spMkLst>
            <pc:docMk/>
            <pc:sldMk cId="4056931261" sldId="785"/>
            <ac:spMk id="13" creationId="{0D305F0F-25BE-48D7-817A-F9A1FB4EF807}"/>
          </ac:spMkLst>
        </pc:spChg>
        <pc:spChg chg="add mod">
          <ac:chgData name="Dimitar Zahariev" userId="b84e4ebc77879e88" providerId="LiveId" clId="{541990F8-837A-447D-BA7F-777002BC3AF1}" dt="2019-09-16T07:40:28.628" v="270" actId="14100"/>
          <ac:spMkLst>
            <pc:docMk/>
            <pc:sldMk cId="4056931261" sldId="785"/>
            <ac:spMk id="14" creationId="{937AF781-F2E5-4304-B065-4987868D016C}"/>
          </ac:spMkLst>
        </pc:spChg>
      </pc:sldChg>
      <pc:sldChg chg="addSp modSp add ord modAnim">
        <pc:chgData name="Dimitar Zahariev" userId="b84e4ebc77879e88" providerId="LiveId" clId="{541990F8-837A-447D-BA7F-777002BC3AF1}" dt="2019-09-17T07:40:41.519" v="4253"/>
        <pc:sldMkLst>
          <pc:docMk/>
          <pc:sldMk cId="3396736108" sldId="786"/>
        </pc:sldMkLst>
        <pc:spChg chg="mod">
          <ac:chgData name="Dimitar Zahariev" userId="b84e4ebc77879e88" providerId="LiveId" clId="{541990F8-837A-447D-BA7F-777002BC3AF1}" dt="2019-09-17T07:39:35.367" v="4164" actId="20577"/>
          <ac:spMkLst>
            <pc:docMk/>
            <pc:sldMk cId="3396736108" sldId="786"/>
            <ac:spMk id="3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7T07:39:38.628" v="4165" actId="20577"/>
          <ac:spMkLst>
            <pc:docMk/>
            <pc:sldMk cId="3396736108" sldId="786"/>
            <ac:spMk id="4" creationId="{00000000-0000-0000-0000-000000000000}"/>
          </ac:spMkLst>
        </pc:spChg>
        <pc:spChg chg="add mod">
          <ac:chgData name="Dimitar Zahariev" userId="b84e4ebc77879e88" providerId="LiveId" clId="{541990F8-837A-447D-BA7F-777002BC3AF1}" dt="2019-09-17T07:40:35.088" v="4252" actId="1076"/>
          <ac:spMkLst>
            <pc:docMk/>
            <pc:sldMk cId="3396736108" sldId="786"/>
            <ac:spMk id="5" creationId="{BEAAD3EC-FDD7-4424-92D3-DC935E5B845C}"/>
          </ac:spMkLst>
        </pc:spChg>
      </pc:sldChg>
      <pc:sldChg chg="modSp add">
        <pc:chgData name="Dimitar Zahariev" userId="b84e4ebc77879e88" providerId="LiveId" clId="{541990F8-837A-447D-BA7F-777002BC3AF1}" dt="2019-09-16T08:07:36.047" v="571" actId="20577"/>
        <pc:sldMkLst>
          <pc:docMk/>
          <pc:sldMk cId="1491101568" sldId="787"/>
        </pc:sldMkLst>
        <pc:spChg chg="mod">
          <ac:chgData name="Dimitar Zahariev" userId="b84e4ebc77879e88" providerId="LiveId" clId="{541990F8-837A-447D-BA7F-777002BC3AF1}" dt="2019-09-16T08:07:19.195" v="541" actId="20577"/>
          <ac:spMkLst>
            <pc:docMk/>
            <pc:sldMk cId="1491101568" sldId="787"/>
            <ac:spMk id="4" creationId="{205B9011-3BFC-49BD-9D2A-6B261C13FDC4}"/>
          </ac:spMkLst>
        </pc:spChg>
        <pc:spChg chg="mod">
          <ac:chgData name="Dimitar Zahariev" userId="b84e4ebc77879e88" providerId="LiveId" clId="{541990F8-837A-447D-BA7F-777002BC3AF1}" dt="2019-09-16T08:07:36.047" v="571" actId="20577"/>
          <ac:spMkLst>
            <pc:docMk/>
            <pc:sldMk cId="1491101568" sldId="787"/>
            <ac:spMk id="5" creationId="{B8658395-A1C5-45FC-B7D4-A02541019C91}"/>
          </ac:spMkLst>
        </pc:spChg>
      </pc:sldChg>
      <pc:sldChg chg="addSp delSp modSp add delAnim">
        <pc:chgData name="Dimitar Zahariev" userId="b84e4ebc77879e88" providerId="LiveId" clId="{541990F8-837A-447D-BA7F-777002BC3AF1}" dt="2019-09-17T07:50:29.290" v="4378"/>
        <pc:sldMkLst>
          <pc:docMk/>
          <pc:sldMk cId="3235938665" sldId="788"/>
        </pc:sldMkLst>
        <pc:spChg chg="del">
          <ac:chgData name="Dimitar Zahariev" userId="b84e4ebc77879e88" providerId="LiveId" clId="{541990F8-837A-447D-BA7F-777002BC3AF1}" dt="2019-09-17T07:48:02.159" v="4314" actId="478"/>
          <ac:spMkLst>
            <pc:docMk/>
            <pc:sldMk cId="3235938665" sldId="788"/>
            <ac:spMk id="3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7T07:50:16.074" v="4377" actId="20577"/>
          <ac:spMkLst>
            <pc:docMk/>
            <pc:sldMk cId="3235938665" sldId="788"/>
            <ac:spMk id="4" creationId="{00000000-0000-0000-0000-000000000000}"/>
          </ac:spMkLst>
        </pc:spChg>
        <pc:spChg chg="add del mod">
          <ac:chgData name="Dimitar Zahariev" userId="b84e4ebc77879e88" providerId="LiveId" clId="{541990F8-837A-447D-BA7F-777002BC3AF1}" dt="2019-09-17T07:49:30.093" v="4320" actId="478"/>
          <ac:spMkLst>
            <pc:docMk/>
            <pc:sldMk cId="3235938665" sldId="788"/>
            <ac:spMk id="6" creationId="{E87CA37C-31AE-4375-B3BE-E96E39CB084D}"/>
          </ac:spMkLst>
        </pc:spChg>
        <pc:spChg chg="add mod">
          <ac:chgData name="Dimitar Zahariev" userId="b84e4ebc77879e88" providerId="LiveId" clId="{541990F8-837A-447D-BA7F-777002BC3AF1}" dt="2019-09-17T07:50:29.290" v="4378"/>
          <ac:spMkLst>
            <pc:docMk/>
            <pc:sldMk cId="3235938665" sldId="788"/>
            <ac:spMk id="9" creationId="{457311B1-FD85-47BA-9C7F-A8560854EA97}"/>
          </ac:spMkLst>
        </pc:spChg>
        <pc:picChg chg="add mod">
          <ac:chgData name="Dimitar Zahariev" userId="b84e4ebc77879e88" providerId="LiveId" clId="{541990F8-837A-447D-BA7F-777002BC3AF1}" dt="2019-09-17T07:49:26.596" v="4319" actId="1076"/>
          <ac:picMkLst>
            <pc:docMk/>
            <pc:sldMk cId="3235938665" sldId="788"/>
            <ac:picMk id="8" creationId="{A538B9F3-E80C-460E-9796-47CF6C634532}"/>
          </ac:picMkLst>
        </pc:picChg>
      </pc:sldChg>
      <pc:sldChg chg="addSp delSp modSp add modAnim">
        <pc:chgData name="Dimitar Zahariev" userId="b84e4ebc77879e88" providerId="LiveId" clId="{541990F8-837A-447D-BA7F-777002BC3AF1}" dt="2019-09-17T11:57:26.425" v="5755" actId="20577"/>
        <pc:sldMkLst>
          <pc:docMk/>
          <pc:sldMk cId="1637098660" sldId="789"/>
        </pc:sldMkLst>
        <pc:spChg chg="mod">
          <ac:chgData name="Dimitar Zahariev" userId="b84e4ebc77879e88" providerId="LiveId" clId="{541990F8-837A-447D-BA7F-777002BC3AF1}" dt="2019-09-17T11:57:26.425" v="5755" actId="20577"/>
          <ac:spMkLst>
            <pc:docMk/>
            <pc:sldMk cId="1637098660" sldId="789"/>
            <ac:spMk id="3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7T08:16:19.120" v="4669" actId="20577"/>
          <ac:spMkLst>
            <pc:docMk/>
            <pc:sldMk cId="1637098660" sldId="789"/>
            <ac:spMk id="4" creationId="{00000000-0000-0000-0000-000000000000}"/>
          </ac:spMkLst>
        </pc:spChg>
        <pc:spChg chg="add mod">
          <ac:chgData name="Dimitar Zahariev" userId="b84e4ebc77879e88" providerId="LiveId" clId="{541990F8-837A-447D-BA7F-777002BC3AF1}" dt="2019-09-17T09:00:43.507" v="5492" actId="20577"/>
          <ac:spMkLst>
            <pc:docMk/>
            <pc:sldMk cId="1637098660" sldId="789"/>
            <ac:spMk id="5" creationId="{0698EADC-F3BC-4258-8943-47BAAA74454D}"/>
          </ac:spMkLst>
        </pc:spChg>
        <pc:spChg chg="add del">
          <ac:chgData name="Dimitar Zahariev" userId="b84e4ebc77879e88" providerId="LiveId" clId="{541990F8-837A-447D-BA7F-777002BC3AF1}" dt="2019-09-17T08:42:55.314" v="4761"/>
          <ac:spMkLst>
            <pc:docMk/>
            <pc:sldMk cId="1637098660" sldId="789"/>
            <ac:spMk id="6" creationId="{2559EF19-2986-44C1-82D9-77C9EA30FDC2}"/>
          </ac:spMkLst>
        </pc:spChg>
        <pc:spChg chg="add del">
          <ac:chgData name="Dimitar Zahariev" userId="b84e4ebc77879e88" providerId="LiveId" clId="{541990F8-837A-447D-BA7F-777002BC3AF1}" dt="2019-09-17T08:43:03.182" v="4790"/>
          <ac:spMkLst>
            <pc:docMk/>
            <pc:sldMk cId="1637098660" sldId="789"/>
            <ac:spMk id="7" creationId="{9EC9F9C7-5E0A-4168-8AA6-E25594E44917}"/>
          </ac:spMkLst>
        </pc:spChg>
        <pc:spChg chg="add del">
          <ac:chgData name="Dimitar Zahariev" userId="b84e4ebc77879e88" providerId="LiveId" clId="{541990F8-837A-447D-BA7F-777002BC3AF1}" dt="2019-09-17T08:43:13.910" v="4792"/>
          <ac:spMkLst>
            <pc:docMk/>
            <pc:sldMk cId="1637098660" sldId="789"/>
            <ac:spMk id="8" creationId="{C724272A-2229-4758-99E3-718F3F5E5CCB}"/>
          </ac:spMkLst>
        </pc:spChg>
      </pc:sldChg>
      <pc:sldChg chg="add del">
        <pc:chgData name="Dimitar Zahariev" userId="b84e4ebc77879e88" providerId="LiveId" clId="{541990F8-837A-447D-BA7F-777002BC3AF1}" dt="2019-09-17T09:01:02.689" v="5496" actId="2696"/>
        <pc:sldMkLst>
          <pc:docMk/>
          <pc:sldMk cId="3320544265" sldId="790"/>
        </pc:sldMkLst>
      </pc:sldChg>
      <pc:sldChg chg="modSp add del">
        <pc:chgData name="Dimitar Zahariev" userId="b84e4ebc77879e88" providerId="LiveId" clId="{541990F8-837A-447D-BA7F-777002BC3AF1}" dt="2019-09-16T08:10:57.513" v="641" actId="6549"/>
        <pc:sldMkLst>
          <pc:docMk/>
          <pc:sldMk cId="677116395" sldId="791"/>
        </pc:sldMkLst>
        <pc:spChg chg="mod">
          <ac:chgData name="Dimitar Zahariev" userId="b84e4ebc77879e88" providerId="LiveId" clId="{541990F8-837A-447D-BA7F-777002BC3AF1}" dt="2019-09-16T08:10:57.513" v="641" actId="6549"/>
          <ac:spMkLst>
            <pc:docMk/>
            <pc:sldMk cId="677116395" sldId="791"/>
            <ac:spMk id="6" creationId="{D329B28C-47EF-4462-BD8A-25349090958E}"/>
          </ac:spMkLst>
        </pc:spChg>
      </pc:sldChg>
      <pc:sldChg chg="modSp add modAnim">
        <pc:chgData name="Dimitar Zahariev" userId="b84e4ebc77879e88" providerId="LiveId" clId="{541990F8-837A-447D-BA7F-777002BC3AF1}" dt="2019-09-16T12:48:54.970" v="1507"/>
        <pc:sldMkLst>
          <pc:docMk/>
          <pc:sldMk cId="3452980944" sldId="900"/>
        </pc:sldMkLst>
        <pc:spChg chg="mod">
          <ac:chgData name="Dimitar Zahariev" userId="b84e4ebc77879e88" providerId="LiveId" clId="{541990F8-837A-447D-BA7F-777002BC3AF1}" dt="2019-09-16T11:20:40.007" v="697"/>
          <ac:spMkLst>
            <pc:docMk/>
            <pc:sldMk cId="3452980944" sldId="900"/>
            <ac:spMk id="3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1:20:31.289" v="696" actId="20577"/>
          <ac:spMkLst>
            <pc:docMk/>
            <pc:sldMk cId="3452980944" sldId="900"/>
            <ac:spMk id="4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1:21:17.689" v="706" actId="20577"/>
          <ac:spMkLst>
            <pc:docMk/>
            <pc:sldMk cId="3452980944" sldId="900"/>
            <ac:spMk id="6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1:23:14.439" v="915" actId="20577"/>
          <ac:spMkLst>
            <pc:docMk/>
            <pc:sldMk cId="3452980944" sldId="900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541990F8-837A-447D-BA7F-777002BC3AF1}" dt="2019-09-19T11:23:19.862" v="6252" actId="20577"/>
        <pc:sldMkLst>
          <pc:docMk/>
          <pc:sldMk cId="330860848" sldId="901"/>
        </pc:sldMkLst>
        <pc:spChg chg="mod">
          <ac:chgData name="Dimitar Zahariev" userId="b84e4ebc77879e88" providerId="LiveId" clId="{541990F8-837A-447D-BA7F-777002BC3AF1}" dt="2019-09-16T11:24:07.648" v="925"/>
          <ac:spMkLst>
            <pc:docMk/>
            <pc:sldMk cId="330860848" sldId="901"/>
            <ac:spMk id="3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1:23:58.863" v="924" actId="20577"/>
          <ac:spMkLst>
            <pc:docMk/>
            <pc:sldMk cId="330860848" sldId="901"/>
            <ac:spMk id="4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9T11:23:19.862" v="6252" actId="20577"/>
          <ac:spMkLst>
            <pc:docMk/>
            <pc:sldMk cId="330860848" sldId="901"/>
            <ac:spMk id="6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1:28:24.923" v="1110" actId="20577"/>
          <ac:spMkLst>
            <pc:docMk/>
            <pc:sldMk cId="330860848" sldId="901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541990F8-837A-447D-BA7F-777002BC3AF1}" dt="2019-09-16T12:48:44.532" v="1506"/>
        <pc:sldMkLst>
          <pc:docMk/>
          <pc:sldMk cId="2017595126" sldId="902"/>
        </pc:sldMkLst>
        <pc:spChg chg="mod">
          <ac:chgData name="Dimitar Zahariev" userId="b84e4ebc77879e88" providerId="LiveId" clId="{541990F8-837A-447D-BA7F-777002BC3AF1}" dt="2019-09-16T12:15:29.444" v="1117"/>
          <ac:spMkLst>
            <pc:docMk/>
            <pc:sldMk cId="2017595126" sldId="902"/>
            <ac:spMk id="3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2:15:19.730" v="1116" actId="20577"/>
          <ac:spMkLst>
            <pc:docMk/>
            <pc:sldMk cId="2017595126" sldId="902"/>
            <ac:spMk id="4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2:17:03.632" v="1131" actId="20577"/>
          <ac:spMkLst>
            <pc:docMk/>
            <pc:sldMk cId="2017595126" sldId="902"/>
            <ac:spMk id="6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2:22:03.793" v="1322" actId="5793"/>
          <ac:spMkLst>
            <pc:docMk/>
            <pc:sldMk cId="2017595126" sldId="902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541990F8-837A-447D-BA7F-777002BC3AF1}" dt="2019-09-16T13:09:32.676" v="1859" actId="20577"/>
        <pc:sldMkLst>
          <pc:docMk/>
          <pc:sldMk cId="2492246712" sldId="903"/>
        </pc:sldMkLst>
        <pc:spChg chg="mod">
          <ac:chgData name="Dimitar Zahariev" userId="b84e4ebc77879e88" providerId="LiveId" clId="{541990F8-837A-447D-BA7F-777002BC3AF1}" dt="2019-09-16T12:53:24.788" v="1520"/>
          <ac:spMkLst>
            <pc:docMk/>
            <pc:sldMk cId="2492246712" sldId="903"/>
            <ac:spMk id="3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2:53:14.245" v="1515" actId="20577"/>
          <ac:spMkLst>
            <pc:docMk/>
            <pc:sldMk cId="2492246712" sldId="903"/>
            <ac:spMk id="4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2:54:02.967" v="1547" actId="20577"/>
          <ac:spMkLst>
            <pc:docMk/>
            <pc:sldMk cId="2492246712" sldId="903"/>
            <ac:spMk id="6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3:09:32.676" v="1859" actId="20577"/>
          <ac:spMkLst>
            <pc:docMk/>
            <pc:sldMk cId="2492246712" sldId="903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541990F8-837A-447D-BA7F-777002BC3AF1}" dt="2019-09-16T13:27:38.275" v="2254" actId="20577"/>
        <pc:sldMkLst>
          <pc:docMk/>
          <pc:sldMk cId="2319683006" sldId="904"/>
        </pc:sldMkLst>
        <pc:spChg chg="mod">
          <ac:chgData name="Dimitar Zahariev" userId="b84e4ebc77879e88" providerId="LiveId" clId="{541990F8-837A-447D-BA7F-777002BC3AF1}" dt="2019-09-16T13:19:19.930" v="2051"/>
          <ac:spMkLst>
            <pc:docMk/>
            <pc:sldMk cId="2319683006" sldId="904"/>
            <ac:spMk id="3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3:19:28.624" v="2055" actId="20577"/>
          <ac:spMkLst>
            <pc:docMk/>
            <pc:sldMk cId="2319683006" sldId="904"/>
            <ac:spMk id="4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3:20:07.573" v="2063" actId="20577"/>
          <ac:spMkLst>
            <pc:docMk/>
            <pc:sldMk cId="2319683006" sldId="904"/>
            <ac:spMk id="6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3:27:38.275" v="2254" actId="20577"/>
          <ac:spMkLst>
            <pc:docMk/>
            <pc:sldMk cId="2319683006" sldId="904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541990F8-837A-447D-BA7F-777002BC3AF1}" dt="2019-09-16T13:31:30.149" v="2413" actId="20577"/>
        <pc:sldMkLst>
          <pc:docMk/>
          <pc:sldMk cId="1757311401" sldId="905"/>
        </pc:sldMkLst>
        <pc:spChg chg="mod">
          <ac:chgData name="Dimitar Zahariev" userId="b84e4ebc77879e88" providerId="LiveId" clId="{541990F8-837A-447D-BA7F-777002BC3AF1}" dt="2019-09-16T13:28:33.859" v="2261"/>
          <ac:spMkLst>
            <pc:docMk/>
            <pc:sldMk cId="1757311401" sldId="905"/>
            <ac:spMk id="3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3:28:25.892" v="2260" actId="20577"/>
          <ac:spMkLst>
            <pc:docMk/>
            <pc:sldMk cId="1757311401" sldId="905"/>
            <ac:spMk id="4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3:30:16.703" v="2286" actId="20577"/>
          <ac:spMkLst>
            <pc:docMk/>
            <pc:sldMk cId="1757311401" sldId="905"/>
            <ac:spMk id="6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3:31:30.149" v="2413" actId="20577"/>
          <ac:spMkLst>
            <pc:docMk/>
            <pc:sldMk cId="1757311401" sldId="905"/>
            <ac:spMk id="8" creationId="{00000000-0000-0000-0000-000000000000}"/>
          </ac:spMkLst>
        </pc:spChg>
      </pc:sldChg>
      <pc:sldChg chg="addSp modSp add modAnim">
        <pc:chgData name="Dimitar Zahariev" userId="b84e4ebc77879e88" providerId="LiveId" clId="{541990F8-837A-447D-BA7F-777002BC3AF1}" dt="2019-09-16T13:34:28.530" v="2522"/>
        <pc:sldMkLst>
          <pc:docMk/>
          <pc:sldMk cId="299575226" sldId="906"/>
        </pc:sldMkLst>
        <pc:spChg chg="mod">
          <ac:chgData name="Dimitar Zahariev" userId="b84e4ebc77879e88" providerId="LiveId" clId="{541990F8-837A-447D-BA7F-777002BC3AF1}" dt="2019-09-16T13:32:09.682" v="2424"/>
          <ac:spMkLst>
            <pc:docMk/>
            <pc:sldMk cId="299575226" sldId="906"/>
            <ac:spMk id="3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3:32:38.943" v="2444" actId="20577"/>
          <ac:spMkLst>
            <pc:docMk/>
            <pc:sldMk cId="299575226" sldId="906"/>
            <ac:spMk id="4" creationId="{00000000-0000-0000-0000-000000000000}"/>
          </ac:spMkLst>
        </pc:spChg>
        <pc:spChg chg="add mod">
          <ac:chgData name="Dimitar Zahariev" userId="b84e4ebc77879e88" providerId="LiveId" clId="{541990F8-837A-447D-BA7F-777002BC3AF1}" dt="2019-09-16T13:34:20.575" v="2521" actId="113"/>
          <ac:spMkLst>
            <pc:docMk/>
            <pc:sldMk cId="299575226" sldId="906"/>
            <ac:spMk id="5" creationId="{10462BBB-235C-44D7-8FF7-399C21B56E99}"/>
          </ac:spMkLst>
        </pc:spChg>
        <pc:spChg chg="mod">
          <ac:chgData name="Dimitar Zahariev" userId="b84e4ebc77879e88" providerId="LiveId" clId="{541990F8-837A-447D-BA7F-777002BC3AF1}" dt="2019-09-16T13:32:00.678" v="2423" actId="20577"/>
          <ac:spMkLst>
            <pc:docMk/>
            <pc:sldMk cId="299575226" sldId="906"/>
            <ac:spMk id="6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3:32:30.046" v="2436" actId="20577"/>
          <ac:spMkLst>
            <pc:docMk/>
            <pc:sldMk cId="299575226" sldId="906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541990F8-837A-447D-BA7F-777002BC3AF1}" dt="2019-09-16T13:39:39.504" v="2654" actId="20577"/>
        <pc:sldMkLst>
          <pc:docMk/>
          <pc:sldMk cId="2534243729" sldId="907"/>
        </pc:sldMkLst>
        <pc:spChg chg="mod">
          <ac:chgData name="Dimitar Zahariev" userId="b84e4ebc77879e88" providerId="LiveId" clId="{541990F8-837A-447D-BA7F-777002BC3AF1}" dt="2019-09-16T13:38:30.364" v="2532"/>
          <ac:spMkLst>
            <pc:docMk/>
            <pc:sldMk cId="2534243729" sldId="907"/>
            <ac:spMk id="3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3:38:21.893" v="2531" actId="20577"/>
          <ac:spMkLst>
            <pc:docMk/>
            <pc:sldMk cId="2534243729" sldId="907"/>
            <ac:spMk id="4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3:38:58.638" v="2571" actId="20577"/>
          <ac:spMkLst>
            <pc:docMk/>
            <pc:sldMk cId="2534243729" sldId="907"/>
            <ac:spMk id="6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3:39:39.504" v="2654" actId="20577"/>
          <ac:spMkLst>
            <pc:docMk/>
            <pc:sldMk cId="2534243729" sldId="907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541990F8-837A-447D-BA7F-777002BC3AF1}" dt="2019-09-16T13:43:20.463" v="2682" actId="20577"/>
        <pc:sldMkLst>
          <pc:docMk/>
          <pc:sldMk cId="3409523959" sldId="908"/>
        </pc:sldMkLst>
        <pc:spChg chg="mod">
          <ac:chgData name="Dimitar Zahariev" userId="b84e4ebc77879e88" providerId="LiveId" clId="{541990F8-837A-447D-BA7F-777002BC3AF1}" dt="2019-09-16T13:42:43.362" v="2665"/>
          <ac:spMkLst>
            <pc:docMk/>
            <pc:sldMk cId="3409523959" sldId="908"/>
            <ac:spMk id="3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3:40:50.064" v="2660" actId="20577"/>
          <ac:spMkLst>
            <pc:docMk/>
            <pc:sldMk cId="3409523959" sldId="908"/>
            <ac:spMk id="4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3:42:29.350" v="2664" actId="20577"/>
          <ac:spMkLst>
            <pc:docMk/>
            <pc:sldMk cId="3409523959" sldId="908"/>
            <ac:spMk id="6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3:43:20.463" v="2682" actId="20577"/>
          <ac:spMkLst>
            <pc:docMk/>
            <pc:sldMk cId="3409523959" sldId="908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541990F8-837A-447D-BA7F-777002BC3AF1}" dt="2019-09-16T13:57:32.629" v="2847"/>
        <pc:sldMkLst>
          <pc:docMk/>
          <pc:sldMk cId="1112943086" sldId="909"/>
        </pc:sldMkLst>
        <pc:spChg chg="mod">
          <ac:chgData name="Dimitar Zahariev" userId="b84e4ebc77879e88" providerId="LiveId" clId="{541990F8-837A-447D-BA7F-777002BC3AF1}" dt="2019-09-16T13:44:16.565" v="2689"/>
          <ac:spMkLst>
            <pc:docMk/>
            <pc:sldMk cId="1112943086" sldId="909"/>
            <ac:spMk id="3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3:44:04.560" v="2688" actId="20577"/>
          <ac:spMkLst>
            <pc:docMk/>
            <pc:sldMk cId="1112943086" sldId="909"/>
            <ac:spMk id="4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3:46:00.015" v="2693" actId="20577"/>
          <ac:spMkLst>
            <pc:docMk/>
            <pc:sldMk cId="1112943086" sldId="909"/>
            <ac:spMk id="6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3:57:26.290" v="2846" actId="20577"/>
          <ac:spMkLst>
            <pc:docMk/>
            <pc:sldMk cId="1112943086" sldId="909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541990F8-837A-447D-BA7F-777002BC3AF1}" dt="2019-09-16T14:04:38.906" v="2968" actId="20577"/>
        <pc:sldMkLst>
          <pc:docMk/>
          <pc:sldMk cId="4286442974" sldId="910"/>
        </pc:sldMkLst>
        <pc:spChg chg="mod">
          <ac:chgData name="Dimitar Zahariev" userId="b84e4ebc77879e88" providerId="LiveId" clId="{541990F8-837A-447D-BA7F-777002BC3AF1}" dt="2019-09-16T14:02:58.515" v="2853"/>
          <ac:spMkLst>
            <pc:docMk/>
            <pc:sldMk cId="4286442974" sldId="910"/>
            <ac:spMk id="3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4:02:48.694" v="2852" actId="20577"/>
          <ac:spMkLst>
            <pc:docMk/>
            <pc:sldMk cId="4286442974" sldId="910"/>
            <ac:spMk id="4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4:03:11.531" v="2858" actId="20577"/>
          <ac:spMkLst>
            <pc:docMk/>
            <pc:sldMk cId="4286442974" sldId="910"/>
            <ac:spMk id="6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4:04:38.906" v="2968" actId="20577"/>
          <ac:spMkLst>
            <pc:docMk/>
            <pc:sldMk cId="4286442974" sldId="910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541990F8-837A-447D-BA7F-777002BC3AF1}" dt="2019-09-16T14:08:08.194" v="3065" actId="20577"/>
        <pc:sldMkLst>
          <pc:docMk/>
          <pc:sldMk cId="3601372577" sldId="911"/>
        </pc:sldMkLst>
        <pc:spChg chg="mod">
          <ac:chgData name="Dimitar Zahariev" userId="b84e4ebc77879e88" providerId="LiveId" clId="{541990F8-837A-447D-BA7F-777002BC3AF1}" dt="2019-09-16T14:06:07.307" v="2973"/>
          <ac:spMkLst>
            <pc:docMk/>
            <pc:sldMk cId="3601372577" sldId="911"/>
            <ac:spMk id="3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4:05:58.780" v="2972" actId="20577"/>
          <ac:spMkLst>
            <pc:docMk/>
            <pc:sldMk cId="3601372577" sldId="911"/>
            <ac:spMk id="4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4:08:08.194" v="3065" actId="20577"/>
          <ac:spMkLst>
            <pc:docMk/>
            <pc:sldMk cId="3601372577" sldId="911"/>
            <ac:spMk id="6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4:07:34.327" v="3061" actId="20577"/>
          <ac:spMkLst>
            <pc:docMk/>
            <pc:sldMk cId="3601372577" sldId="911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541990F8-837A-447D-BA7F-777002BC3AF1}" dt="2019-09-16T14:10:26.535" v="3169" actId="20577"/>
        <pc:sldMkLst>
          <pc:docMk/>
          <pc:sldMk cId="599364293" sldId="912"/>
        </pc:sldMkLst>
        <pc:spChg chg="mod">
          <ac:chgData name="Dimitar Zahariev" userId="b84e4ebc77879e88" providerId="LiveId" clId="{541990F8-837A-447D-BA7F-777002BC3AF1}" dt="2019-09-16T14:08:27.612" v="3070"/>
          <ac:spMkLst>
            <pc:docMk/>
            <pc:sldMk cId="599364293" sldId="912"/>
            <ac:spMk id="3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4:08:15.506" v="3067" actId="20577"/>
          <ac:spMkLst>
            <pc:docMk/>
            <pc:sldMk cId="599364293" sldId="912"/>
            <ac:spMk id="4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4:08:18.171" v="3069" actId="20577"/>
          <ac:spMkLst>
            <pc:docMk/>
            <pc:sldMk cId="599364293" sldId="912"/>
            <ac:spMk id="6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14:10:26.535" v="3169" actId="20577"/>
          <ac:spMkLst>
            <pc:docMk/>
            <pc:sldMk cId="599364293" sldId="912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541990F8-837A-447D-BA7F-777002BC3AF1}" dt="2019-09-16T20:23:51.160" v="3407" actId="20577"/>
        <pc:sldMkLst>
          <pc:docMk/>
          <pc:sldMk cId="1893488082" sldId="913"/>
        </pc:sldMkLst>
        <pc:spChg chg="mod">
          <ac:chgData name="Dimitar Zahariev" userId="b84e4ebc77879e88" providerId="LiveId" clId="{541990F8-837A-447D-BA7F-777002BC3AF1}" dt="2019-09-16T20:19:02.035" v="3223"/>
          <ac:spMkLst>
            <pc:docMk/>
            <pc:sldMk cId="1893488082" sldId="913"/>
            <ac:spMk id="3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20:18:46.869" v="3222" actId="20577"/>
          <ac:spMkLst>
            <pc:docMk/>
            <pc:sldMk cId="1893488082" sldId="913"/>
            <ac:spMk id="4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20:21:26.399" v="3229" actId="20577"/>
          <ac:spMkLst>
            <pc:docMk/>
            <pc:sldMk cId="1893488082" sldId="913"/>
            <ac:spMk id="6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20:23:51.160" v="3407" actId="20577"/>
          <ac:spMkLst>
            <pc:docMk/>
            <pc:sldMk cId="1893488082" sldId="913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541990F8-837A-447D-BA7F-777002BC3AF1}" dt="2019-09-16T20:27:14.122" v="3447" actId="20577"/>
        <pc:sldMkLst>
          <pc:docMk/>
          <pc:sldMk cId="4023993586" sldId="914"/>
        </pc:sldMkLst>
        <pc:spChg chg="mod">
          <ac:chgData name="Dimitar Zahariev" userId="b84e4ebc77879e88" providerId="LiveId" clId="{541990F8-837A-447D-BA7F-777002BC3AF1}" dt="2019-09-16T20:24:25.217" v="3415"/>
          <ac:spMkLst>
            <pc:docMk/>
            <pc:sldMk cId="4023993586" sldId="914"/>
            <ac:spMk id="3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20:24:12.553" v="3414" actId="20577"/>
          <ac:spMkLst>
            <pc:docMk/>
            <pc:sldMk cId="4023993586" sldId="914"/>
            <ac:spMk id="4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20:25:03.351" v="3430" actId="20577"/>
          <ac:spMkLst>
            <pc:docMk/>
            <pc:sldMk cId="4023993586" sldId="914"/>
            <ac:spMk id="6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20:27:14.122" v="3447" actId="20577"/>
          <ac:spMkLst>
            <pc:docMk/>
            <pc:sldMk cId="4023993586" sldId="914"/>
            <ac:spMk id="8" creationId="{00000000-0000-0000-0000-000000000000}"/>
          </ac:spMkLst>
        </pc:spChg>
      </pc:sldChg>
      <pc:sldChg chg="modSp add modAnim">
        <pc:chgData name="Dimitar Zahariev" userId="b84e4ebc77879e88" providerId="LiveId" clId="{541990F8-837A-447D-BA7F-777002BC3AF1}" dt="2019-09-16T20:28:54.180" v="3526" actId="20577"/>
        <pc:sldMkLst>
          <pc:docMk/>
          <pc:sldMk cId="4066446234" sldId="915"/>
        </pc:sldMkLst>
        <pc:spChg chg="mod">
          <ac:chgData name="Dimitar Zahariev" userId="b84e4ebc77879e88" providerId="LiveId" clId="{541990F8-837A-447D-BA7F-777002BC3AF1}" dt="2019-09-16T20:27:47.558" v="3454"/>
          <ac:spMkLst>
            <pc:docMk/>
            <pc:sldMk cId="4066446234" sldId="915"/>
            <ac:spMk id="3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20:27:27.959" v="3453" actId="20577"/>
          <ac:spMkLst>
            <pc:docMk/>
            <pc:sldMk cId="4066446234" sldId="915"/>
            <ac:spMk id="4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20:28:27.638" v="3479" actId="20577"/>
          <ac:spMkLst>
            <pc:docMk/>
            <pc:sldMk cId="4066446234" sldId="915"/>
            <ac:spMk id="6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6T20:28:54.180" v="3526" actId="20577"/>
          <ac:spMkLst>
            <pc:docMk/>
            <pc:sldMk cId="4066446234" sldId="915"/>
            <ac:spMk id="8" creationId="{00000000-0000-0000-0000-000000000000}"/>
          </ac:spMkLst>
        </pc:spChg>
      </pc:sldChg>
      <pc:sldChg chg="add del">
        <pc:chgData name="Dimitar Zahariev" userId="b84e4ebc77879e88" providerId="LiveId" clId="{541990F8-837A-447D-BA7F-777002BC3AF1}" dt="2019-09-17T07:41:14.102" v="4257"/>
        <pc:sldMkLst>
          <pc:docMk/>
          <pc:sldMk cId="26786281" sldId="916"/>
        </pc:sldMkLst>
      </pc:sldChg>
      <pc:sldChg chg="delSp modSp add delAnim modAnim">
        <pc:chgData name="Dimitar Zahariev" userId="b84e4ebc77879e88" providerId="LiveId" clId="{541990F8-837A-447D-BA7F-777002BC3AF1}" dt="2019-09-17T12:25:40.993" v="5874" actId="20577"/>
        <pc:sldMkLst>
          <pc:docMk/>
          <pc:sldMk cId="2480110715" sldId="916"/>
        </pc:sldMkLst>
        <pc:spChg chg="mod">
          <ac:chgData name="Dimitar Zahariev" userId="b84e4ebc77879e88" providerId="LiveId" clId="{541990F8-837A-447D-BA7F-777002BC3AF1}" dt="2019-09-17T12:02:00.812" v="5872" actId="13926"/>
          <ac:spMkLst>
            <pc:docMk/>
            <pc:sldMk cId="2480110715" sldId="916"/>
            <ac:spMk id="3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7T12:25:40.993" v="5874" actId="20577"/>
          <ac:spMkLst>
            <pc:docMk/>
            <pc:sldMk cId="2480110715" sldId="916"/>
            <ac:spMk id="4" creationId="{00000000-0000-0000-0000-000000000000}"/>
          </ac:spMkLst>
        </pc:spChg>
        <pc:spChg chg="del">
          <ac:chgData name="Dimitar Zahariev" userId="b84e4ebc77879e88" providerId="LiveId" clId="{541990F8-837A-447D-BA7F-777002BC3AF1}" dt="2019-09-17T12:25:38.670" v="5873" actId="478"/>
          <ac:spMkLst>
            <pc:docMk/>
            <pc:sldMk cId="2480110715" sldId="916"/>
            <ac:spMk id="5" creationId="{BEAAD3EC-FDD7-4424-92D3-DC935E5B845C}"/>
          </ac:spMkLst>
        </pc:spChg>
      </pc:sldChg>
      <pc:sldChg chg="modSp add modAnim">
        <pc:chgData name="Dimitar Zahariev" userId="b84e4ebc77879e88" providerId="LiveId" clId="{541990F8-837A-447D-BA7F-777002BC3AF1}" dt="2019-09-19T11:27:00.693" v="6270"/>
        <pc:sldMkLst>
          <pc:docMk/>
          <pc:sldMk cId="587762246" sldId="917"/>
        </pc:sldMkLst>
        <pc:spChg chg="mod">
          <ac:chgData name="Dimitar Zahariev" userId="b84e4ebc77879e88" providerId="LiveId" clId="{541990F8-837A-447D-BA7F-777002BC3AF1}" dt="2019-09-17T09:11:15.328" v="5713" actId="20577"/>
          <ac:spMkLst>
            <pc:docMk/>
            <pc:sldMk cId="587762246" sldId="917"/>
            <ac:spMk id="3" creationId="{00000000-0000-0000-0000-000000000000}"/>
          </ac:spMkLst>
        </pc:spChg>
      </pc:sldChg>
      <pc:sldChg chg="add del">
        <pc:chgData name="Dimitar Zahariev" userId="b84e4ebc77879e88" providerId="LiveId" clId="{541990F8-837A-447D-BA7F-777002BC3AF1}" dt="2019-09-17T07:41:13.359" v="4256"/>
        <pc:sldMkLst>
          <pc:docMk/>
          <pc:sldMk cId="2156534253" sldId="917"/>
        </pc:sldMkLst>
      </pc:sldChg>
      <pc:sldChg chg="modSp add">
        <pc:chgData name="Dimitar Zahariev" userId="b84e4ebc77879e88" providerId="LiveId" clId="{541990F8-837A-447D-BA7F-777002BC3AF1}" dt="2019-09-17T12:34:34.642" v="6031" actId="20577"/>
        <pc:sldMkLst>
          <pc:docMk/>
          <pc:sldMk cId="997089621" sldId="918"/>
        </pc:sldMkLst>
        <pc:spChg chg="mod">
          <ac:chgData name="Dimitar Zahariev" userId="b84e4ebc77879e88" providerId="LiveId" clId="{541990F8-837A-447D-BA7F-777002BC3AF1}" dt="2019-09-17T12:34:29.724" v="6022" actId="20577"/>
          <ac:spMkLst>
            <pc:docMk/>
            <pc:sldMk cId="997089621" sldId="918"/>
            <ac:spMk id="3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7T12:26:16.713" v="5886" actId="20577"/>
          <ac:spMkLst>
            <pc:docMk/>
            <pc:sldMk cId="997089621" sldId="918"/>
            <ac:spMk id="4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7T12:34:34.642" v="6031" actId="20577"/>
          <ac:spMkLst>
            <pc:docMk/>
            <pc:sldMk cId="997089621" sldId="918"/>
            <ac:spMk id="6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7T12:33:33.594" v="5988" actId="20577"/>
          <ac:spMkLst>
            <pc:docMk/>
            <pc:sldMk cId="997089621" sldId="918"/>
            <ac:spMk id="8" creationId="{00000000-0000-0000-0000-000000000000}"/>
          </ac:spMkLst>
        </pc:spChg>
      </pc:sldChg>
      <pc:sldChg chg="modSp add">
        <pc:chgData name="Dimitar Zahariev" userId="b84e4ebc77879e88" providerId="LiveId" clId="{541990F8-837A-447D-BA7F-777002BC3AF1}" dt="2019-09-17T12:39:56.025" v="6134" actId="20577"/>
        <pc:sldMkLst>
          <pc:docMk/>
          <pc:sldMk cId="3783338977" sldId="919"/>
        </pc:sldMkLst>
        <pc:spChg chg="mod">
          <ac:chgData name="Dimitar Zahariev" userId="b84e4ebc77879e88" providerId="LiveId" clId="{541990F8-837A-447D-BA7F-777002BC3AF1}" dt="2019-09-17T12:34:57.089" v="6059" actId="20577"/>
          <ac:spMkLst>
            <pc:docMk/>
            <pc:sldMk cId="3783338977" sldId="919"/>
            <ac:spMk id="3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7T12:34:02.630" v="5995" actId="20577"/>
          <ac:spMkLst>
            <pc:docMk/>
            <pc:sldMk cId="3783338977" sldId="919"/>
            <ac:spMk id="4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7T12:35:25.823" v="6070" actId="20577"/>
          <ac:spMkLst>
            <pc:docMk/>
            <pc:sldMk cId="3783338977" sldId="919"/>
            <ac:spMk id="6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7T12:39:56.025" v="6134" actId="20577"/>
          <ac:spMkLst>
            <pc:docMk/>
            <pc:sldMk cId="3783338977" sldId="919"/>
            <ac:spMk id="8" creationId="{00000000-0000-0000-0000-000000000000}"/>
          </ac:spMkLst>
        </pc:spChg>
      </pc:sldChg>
      <pc:sldChg chg="modSp add">
        <pc:chgData name="Dimitar Zahariev" userId="b84e4ebc77879e88" providerId="LiveId" clId="{541990F8-837A-447D-BA7F-777002BC3AF1}" dt="2019-09-17T12:45:26.584" v="6215" actId="20577"/>
        <pc:sldMkLst>
          <pc:docMk/>
          <pc:sldMk cId="2537088467" sldId="920"/>
        </pc:sldMkLst>
        <pc:spChg chg="mod">
          <ac:chgData name="Dimitar Zahariev" userId="b84e4ebc77879e88" providerId="LiveId" clId="{541990F8-837A-447D-BA7F-777002BC3AF1}" dt="2019-09-17T12:41:04.806" v="6157" actId="20577"/>
          <ac:spMkLst>
            <pc:docMk/>
            <pc:sldMk cId="2537088467" sldId="920"/>
            <ac:spMk id="3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7T12:40:07.188" v="6137" actId="20577"/>
          <ac:spMkLst>
            <pc:docMk/>
            <pc:sldMk cId="2537088467" sldId="920"/>
            <ac:spMk id="4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7T12:41:08.808" v="6159" actId="20577"/>
          <ac:spMkLst>
            <pc:docMk/>
            <pc:sldMk cId="2537088467" sldId="920"/>
            <ac:spMk id="6" creationId="{00000000-0000-0000-0000-000000000000}"/>
          </ac:spMkLst>
        </pc:spChg>
        <pc:spChg chg="mod">
          <ac:chgData name="Dimitar Zahariev" userId="b84e4ebc77879e88" providerId="LiveId" clId="{541990F8-837A-447D-BA7F-777002BC3AF1}" dt="2019-09-17T12:45:26.584" v="6215" actId="20577"/>
          <ac:spMkLst>
            <pc:docMk/>
            <pc:sldMk cId="2537088467" sldId="920"/>
            <ac:spMk id="8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Submitted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M1</c:v>
                </c:pt>
                <c:pt idx="1">
                  <c:v>M2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140</c:v>
                </c:pt>
                <c:pt idx="1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C0-498C-8AAC-E6E6465251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8388048"/>
        <c:axId val="458388376"/>
      </c:barChart>
      <c:catAx>
        <c:axId val="458388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8388376"/>
        <c:crosses val="autoZero"/>
        <c:auto val="1"/>
        <c:lblAlgn val="ctr"/>
        <c:lblOffset val="100"/>
        <c:noMultiLvlLbl val="0"/>
      </c:catAx>
      <c:valAx>
        <c:axId val="4583883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8388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pPr/>
              <a:t>5/18/2020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47999"/>
            <a:ext cx="6165000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  <a:endParaRPr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165000" y="8748000"/>
            <a:ext cx="691412" cy="394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 sz="1000"/>
              <a:pPr/>
              <a:t>‹#›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F2D8D46A-B586-417D-BFBD-8C8FE0AAF762}" type="datetimeFigureOut">
              <a:rPr lang="en-US" smtClean="0"/>
              <a:pPr/>
              <a:t>5/18/2020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8999" y="8747999"/>
            <a:ext cx="547413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3EBA5BD7-F043-4D1B-AA17-CD412FC534D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17780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3619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5397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7175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BA5BD7-F043-4D1B-AA17-CD412FC534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/>
                <a:sym typeface="Calibri"/>
              </a:rPr>
              <a:t>© SoftUni – </a:t>
            </a:r>
            <a:r>
              <a:rPr kumimoji="0" lang="en-US" sz="1100" b="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/>
                <a:sym typeface="Calibri"/>
                <a:hlinkClick r:id="rId3"/>
              </a:rPr>
              <a:t>https://softuni.org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/>
                <a:sym typeface="Calibri"/>
              </a:rPr>
              <a:t>. Copyrighted document. Unauthorized copy or reproduction is not permitted.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163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Shape 143"/>
          <p:cNvSpPr txBox="1">
            <a:spLocks noGrp="1"/>
          </p:cNvSpPr>
          <p:nvPr>
            <p:ph type="sldNum" idx="12"/>
          </p:nvPr>
        </p:nvSpPr>
        <p:spPr>
          <a:xfrm>
            <a:off x="6308999" y="8747999"/>
            <a:ext cx="547500" cy="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Shape 144"/>
          <p:cNvSpPr txBox="1">
            <a:spLocks noGrp="1"/>
          </p:cNvSpPr>
          <p:nvPr>
            <p:ph type="ftr" idx="11"/>
          </p:nvPr>
        </p:nvSpPr>
        <p:spPr>
          <a:xfrm>
            <a:off x="-1" y="8747999"/>
            <a:ext cx="6309000" cy="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Software University Foundation – </a:t>
            </a:r>
            <a:r>
              <a:rPr lang="en-US" sz="10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http://softuni.org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work is licensed under the </a:t>
            </a:r>
            <a:r>
              <a:rPr lang="en-US" sz="10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Creative Commons Attribution-NonCommercial-ShareAlike</a:t>
            </a: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license.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440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92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961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93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1748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94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9070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75F0223-87E3-4C05-91AA-A011DFE044FF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95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E49F29-3F5C-4DB2-AA79-A17D5A6A902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3740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4D6516-9CC1-4493-A2E3-B2CCC2456BB3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96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AC1A616-39F7-4D90-A521-962C4018BF2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6731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97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0413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98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DC77F2-5C89-4F9E-B2E0-8026E1A640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938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5.png"/><Relationship Id="rId9" Type="http://schemas.openxmlformats.org/officeDocument/2006/relationships/image" Target="../media/image21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13" Type="http://schemas.openxmlformats.org/officeDocument/2006/relationships/hyperlink" Target="http://smartit.bg/" TargetMode="External"/><Relationship Id="rId3" Type="http://schemas.openxmlformats.org/officeDocument/2006/relationships/hyperlink" Target="https://aeternity.com/" TargetMode="External"/><Relationship Id="rId7" Type="http://schemas.openxmlformats.org/officeDocument/2006/relationships/hyperlink" Target="https://www.liebherr.com/en/deu/start/start-page.html" TargetMode="External"/><Relationship Id="rId12" Type="http://schemas.openxmlformats.org/officeDocument/2006/relationships/image" Target="../media/image28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png"/><Relationship Id="rId11" Type="http://schemas.openxmlformats.org/officeDocument/2006/relationships/hyperlink" Target="https://www.sbtech.com/" TargetMode="External"/><Relationship Id="rId5" Type="http://schemas.openxmlformats.org/officeDocument/2006/relationships/hyperlink" Target="codexio.bg" TargetMode="External"/><Relationship Id="rId15" Type="http://schemas.openxmlformats.org/officeDocument/2006/relationships/image" Target="../media/image8.png"/><Relationship Id="rId10" Type="http://schemas.openxmlformats.org/officeDocument/2006/relationships/image" Target="../media/image27.png"/><Relationship Id="rId4" Type="http://schemas.openxmlformats.org/officeDocument/2006/relationships/image" Target="../media/image24.png"/><Relationship Id="rId9" Type="http://schemas.openxmlformats.org/officeDocument/2006/relationships/hyperlink" Target="http://www.telenor.bg/" TargetMode="External"/><Relationship Id="rId14" Type="http://schemas.openxmlformats.org/officeDocument/2006/relationships/image" Target="../media/image29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hyperlink" Target="https://www.superhosting.bg/" TargetMode="External"/><Relationship Id="rId3" Type="http://schemas.openxmlformats.org/officeDocument/2006/relationships/hyperlink" Target="http://www.infragistics.com/" TargetMode="External"/><Relationship Id="rId7" Type="http://schemas.openxmlformats.org/officeDocument/2006/relationships/hyperlink" Target="https://www.softwaregroup.com/" TargetMode="External"/><Relationship Id="rId12" Type="http://schemas.openxmlformats.org/officeDocument/2006/relationships/image" Target="../media/image3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1.png"/><Relationship Id="rId11" Type="http://schemas.openxmlformats.org/officeDocument/2006/relationships/hyperlink" Target="https://netpeak.bg/" TargetMode="External"/><Relationship Id="rId5" Type="http://schemas.openxmlformats.org/officeDocument/2006/relationships/hyperlink" Target="https://www.indeavr.com/en" TargetMode="External"/><Relationship Id="rId15" Type="http://schemas.openxmlformats.org/officeDocument/2006/relationships/image" Target="../media/image8.png"/><Relationship Id="rId10" Type="http://schemas.openxmlformats.org/officeDocument/2006/relationships/image" Target="../media/image33.png"/><Relationship Id="rId4" Type="http://schemas.openxmlformats.org/officeDocument/2006/relationships/image" Target="../media/image30.png"/><Relationship Id="rId9" Type="http://schemas.openxmlformats.org/officeDocument/2006/relationships/hyperlink" Target="https://www.xs-software.com/" TargetMode="External"/><Relationship Id="rId14" Type="http://schemas.openxmlformats.org/officeDocument/2006/relationships/image" Target="../media/image35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hyperlink" Target="http://softuni.bg/" TargetMode="External"/><Relationship Id="rId7" Type="http://schemas.openxmlformats.org/officeDocument/2006/relationships/hyperlink" Target="http://www.facebook.com/SoftwareUniversity" TargetMode="External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forum.softuni.bg/" TargetMode="External"/><Relationship Id="rId11" Type="http://schemas.openxmlformats.org/officeDocument/2006/relationships/image" Target="../media/image39.png"/><Relationship Id="rId5" Type="http://schemas.openxmlformats.org/officeDocument/2006/relationships/hyperlink" Target="https://www.facebook.com/SoftwareUniversity" TargetMode="External"/><Relationship Id="rId10" Type="http://schemas.openxmlformats.org/officeDocument/2006/relationships/image" Target="../media/image38.png"/><Relationship Id="rId4" Type="http://schemas.openxmlformats.org/officeDocument/2006/relationships/hyperlink" Target="http://softuni.foundation/" TargetMode="External"/><Relationship Id="rId9" Type="http://schemas.openxmlformats.org/officeDocument/2006/relationships/image" Target="../media/image37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2.png"/><Relationship Id="rId7" Type="http://schemas.openxmlformats.org/officeDocument/2006/relationships/image" Target="../media/image19.png"/><Relationship Id="rId2" Type="http://schemas.openxmlformats.org/officeDocument/2006/relationships/hyperlink" Target="https://softuni.or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png"/><Relationship Id="rId11" Type="http://schemas.openxmlformats.org/officeDocument/2006/relationships/image" Target="../media/image43.png"/><Relationship Id="rId5" Type="http://schemas.openxmlformats.org/officeDocument/2006/relationships/image" Target="../media/image21.png"/><Relationship Id="rId10" Type="http://schemas.openxmlformats.org/officeDocument/2006/relationships/image" Target="../media/image17.png"/><Relationship Id="rId4" Type="http://schemas.openxmlformats.org/officeDocument/2006/relationships/image" Target="../media/image22.png"/><Relationship Id="rId9" Type="http://schemas.openxmlformats.org/officeDocument/2006/relationships/image" Target="../media/image23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bg/" TargetMode="External"/><Relationship Id="rId3" Type="http://schemas.openxmlformats.org/officeDocument/2006/relationships/image" Target="../media/image44.png"/><Relationship Id="rId7" Type="http://schemas.openxmlformats.org/officeDocument/2006/relationships/image" Target="../media/image46.png"/><Relationship Id="rId2" Type="http://schemas.openxmlformats.org/officeDocument/2006/relationships/hyperlink" Target="https://forum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org/" TargetMode="External"/><Relationship Id="rId11" Type="http://schemas.openxmlformats.org/officeDocument/2006/relationships/image" Target="../media/image48.png"/><Relationship Id="rId5" Type="http://schemas.openxmlformats.org/officeDocument/2006/relationships/image" Target="../media/image45.png"/><Relationship Id="rId10" Type="http://schemas.openxmlformats.org/officeDocument/2006/relationships/hyperlink" Target="https://softuni.foundation/" TargetMode="External"/><Relationship Id="rId4" Type="http://schemas.openxmlformats.org/officeDocument/2006/relationships/hyperlink" Target="https://www.facebook.com/SoftwareUniversity" TargetMode="External"/><Relationship Id="rId9" Type="http://schemas.openxmlformats.org/officeDocument/2006/relationships/image" Target="../media/image47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9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0.png"/><Relationship Id="rId4" Type="http://schemas.openxmlformats.org/officeDocument/2006/relationships/image" Target="../media/image11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0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9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52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12" Type="http://schemas.openxmlformats.org/officeDocument/2006/relationships/image" Target="../media/image51.png"/><Relationship Id="rId2" Type="http://schemas.openxmlformats.org/officeDocument/2006/relationships/image" Target="../media/image1.emf"/><Relationship Id="rId16" Type="http://schemas.openxmlformats.org/officeDocument/2006/relationships/image" Target="../media/image5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54.png"/><Relationship Id="rId10" Type="http://schemas.openxmlformats.org/officeDocument/2006/relationships/image" Target="../media/image22.png"/><Relationship Id="rId4" Type="http://schemas.openxmlformats.org/officeDocument/2006/relationships/image" Target="../media/image15.png"/><Relationship Id="rId9" Type="http://schemas.openxmlformats.org/officeDocument/2006/relationships/image" Target="../media/image21.png"/><Relationship Id="rId14" Type="http://schemas.openxmlformats.org/officeDocument/2006/relationships/image" Target="../media/image53.pn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13" Type="http://schemas.openxmlformats.org/officeDocument/2006/relationships/hyperlink" Target="http://smartit.bg/" TargetMode="External"/><Relationship Id="rId3" Type="http://schemas.openxmlformats.org/officeDocument/2006/relationships/hyperlink" Target="https://aeternity.com/" TargetMode="External"/><Relationship Id="rId7" Type="http://schemas.openxmlformats.org/officeDocument/2006/relationships/hyperlink" Target="https://www.liebherr.com/en/deu/start/start-page.html" TargetMode="External"/><Relationship Id="rId12" Type="http://schemas.openxmlformats.org/officeDocument/2006/relationships/image" Target="../media/image28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5.png"/><Relationship Id="rId11" Type="http://schemas.openxmlformats.org/officeDocument/2006/relationships/hyperlink" Target="https://www.sbtech.com/" TargetMode="External"/><Relationship Id="rId5" Type="http://schemas.openxmlformats.org/officeDocument/2006/relationships/hyperlink" Target="codexio.bg" TargetMode="External"/><Relationship Id="rId15" Type="http://schemas.openxmlformats.org/officeDocument/2006/relationships/image" Target="../media/image49.png"/><Relationship Id="rId10" Type="http://schemas.openxmlformats.org/officeDocument/2006/relationships/image" Target="../media/image27.png"/><Relationship Id="rId4" Type="http://schemas.openxmlformats.org/officeDocument/2006/relationships/image" Target="../media/image24.png"/><Relationship Id="rId9" Type="http://schemas.openxmlformats.org/officeDocument/2006/relationships/hyperlink" Target="http://www.telenor.bg/" TargetMode="External"/><Relationship Id="rId14" Type="http://schemas.openxmlformats.org/officeDocument/2006/relationships/image" Target="../media/image29.png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hyperlink" Target="https://www.superhosting.bg/" TargetMode="External"/><Relationship Id="rId3" Type="http://schemas.openxmlformats.org/officeDocument/2006/relationships/hyperlink" Target="http://www.infragistics.com/" TargetMode="External"/><Relationship Id="rId7" Type="http://schemas.openxmlformats.org/officeDocument/2006/relationships/hyperlink" Target="https://www.softwaregroup.com/" TargetMode="External"/><Relationship Id="rId12" Type="http://schemas.openxmlformats.org/officeDocument/2006/relationships/image" Target="../media/image3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1.png"/><Relationship Id="rId11" Type="http://schemas.openxmlformats.org/officeDocument/2006/relationships/hyperlink" Target="https://netpeak.bg/" TargetMode="External"/><Relationship Id="rId5" Type="http://schemas.openxmlformats.org/officeDocument/2006/relationships/hyperlink" Target="https://www.indeavr.com/en" TargetMode="External"/><Relationship Id="rId15" Type="http://schemas.openxmlformats.org/officeDocument/2006/relationships/image" Target="../media/image49.png"/><Relationship Id="rId10" Type="http://schemas.openxmlformats.org/officeDocument/2006/relationships/image" Target="../media/image56.png"/><Relationship Id="rId4" Type="http://schemas.openxmlformats.org/officeDocument/2006/relationships/image" Target="../media/image30.png"/><Relationship Id="rId9" Type="http://schemas.openxmlformats.org/officeDocument/2006/relationships/hyperlink" Target="https://www.xs-software.com/" TargetMode="External"/><Relationship Id="rId14" Type="http://schemas.openxmlformats.org/officeDocument/2006/relationships/image" Target="../media/image35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hyperlink" Target="http://softuni.bg/" TargetMode="External"/><Relationship Id="rId7" Type="http://schemas.openxmlformats.org/officeDocument/2006/relationships/hyperlink" Target="http://www.facebook.com/SoftwareUniversity" TargetMode="External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Relationship Id="rId6" Type="http://schemas.openxmlformats.org/officeDocument/2006/relationships/hyperlink" Target="http://forum.softuni.bg/" TargetMode="External"/><Relationship Id="rId11" Type="http://schemas.openxmlformats.org/officeDocument/2006/relationships/image" Target="../media/image39.png"/><Relationship Id="rId5" Type="http://schemas.openxmlformats.org/officeDocument/2006/relationships/hyperlink" Target="https://www.facebook.com/SoftwareUniversity" TargetMode="External"/><Relationship Id="rId10" Type="http://schemas.openxmlformats.org/officeDocument/2006/relationships/image" Target="../media/image38.png"/><Relationship Id="rId4" Type="http://schemas.openxmlformats.org/officeDocument/2006/relationships/hyperlink" Target="http://softuni.foundation/" TargetMode="External"/><Relationship Id="rId9" Type="http://schemas.openxmlformats.org/officeDocument/2006/relationships/image" Target="../media/image58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3.png"/><Relationship Id="rId4" Type="http://schemas.openxmlformats.org/officeDocument/2006/relationships/hyperlink" Target="https://softuni.org/" TargetMode="Externa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61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2.png"/><Relationship Id="rId7" Type="http://schemas.openxmlformats.org/officeDocument/2006/relationships/image" Target="../media/image19.png"/><Relationship Id="rId2" Type="http://schemas.openxmlformats.org/officeDocument/2006/relationships/hyperlink" Target="https://softuni.org/" TargetMode="External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0.png"/><Relationship Id="rId11" Type="http://schemas.openxmlformats.org/officeDocument/2006/relationships/image" Target="../media/image43.png"/><Relationship Id="rId5" Type="http://schemas.openxmlformats.org/officeDocument/2006/relationships/image" Target="../media/image21.png"/><Relationship Id="rId10" Type="http://schemas.openxmlformats.org/officeDocument/2006/relationships/image" Target="../media/image17.png"/><Relationship Id="rId4" Type="http://schemas.openxmlformats.org/officeDocument/2006/relationships/image" Target="../media/image22.png"/><Relationship Id="rId9" Type="http://schemas.openxmlformats.org/officeDocument/2006/relationships/image" Target="../media/image23.png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bg/" TargetMode="External"/><Relationship Id="rId3" Type="http://schemas.openxmlformats.org/officeDocument/2006/relationships/image" Target="../media/image44.png"/><Relationship Id="rId7" Type="http://schemas.openxmlformats.org/officeDocument/2006/relationships/image" Target="../media/image46.png"/><Relationship Id="rId2" Type="http://schemas.openxmlformats.org/officeDocument/2006/relationships/hyperlink" Target="https://forum.softuni.bg/" TargetMode="External"/><Relationship Id="rId1" Type="http://schemas.openxmlformats.org/officeDocument/2006/relationships/slideMaster" Target="../slideMasters/slideMaster3.xml"/><Relationship Id="rId6" Type="http://schemas.openxmlformats.org/officeDocument/2006/relationships/hyperlink" Target="https://softuni.org/" TargetMode="External"/><Relationship Id="rId11" Type="http://schemas.openxmlformats.org/officeDocument/2006/relationships/image" Target="../media/image48.png"/><Relationship Id="rId5" Type="http://schemas.openxmlformats.org/officeDocument/2006/relationships/image" Target="../media/image45.png"/><Relationship Id="rId10" Type="http://schemas.openxmlformats.org/officeDocument/2006/relationships/hyperlink" Target="https://softuni.foundation/" TargetMode="External"/><Relationship Id="rId4" Type="http://schemas.openxmlformats.org/officeDocument/2006/relationships/hyperlink" Target="https://www.facebook.com/SoftwareUniversity" TargetMode="External"/><Relationship Id="rId9" Type="http://schemas.openxmlformats.org/officeDocument/2006/relationships/image" Target="../media/image4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B5A345C-2CD0-4932-A998-37B2D20BF0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6458" y="2351427"/>
            <a:ext cx="5437955" cy="232599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348638" y="2374047"/>
            <a:ext cx="3170229" cy="3431879"/>
          </a:xfrm>
          <a:prstGeom prst="rect">
            <a:avLst/>
          </a:prstGeom>
        </p:spPr>
      </p:pic>
      <p:sp>
        <p:nvSpPr>
          <p:cNvPr id="43" name="Subtitle 5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6686" y="1303142"/>
            <a:ext cx="10962447" cy="882654"/>
          </a:xfrm>
        </p:spPr>
        <p:txBody>
          <a:bodyPr>
            <a:normAutofit/>
          </a:bodyPr>
          <a:lstStyle>
            <a:lvl1pPr marL="0" indent="0" algn="ctr">
              <a:buNone/>
              <a:defRPr sz="3597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Presentation Subtitle</a:t>
            </a:r>
            <a:endParaRPr lang="bg-BG" dirty="0"/>
          </a:p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AEB7CD-FF73-4344-9FE5-589B30F5AA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085" y="6057656"/>
            <a:ext cx="2105462" cy="5252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DFEC2C-38C6-405B-AD0A-06879C50EFE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6460" y="6035665"/>
            <a:ext cx="629415" cy="5265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7483B54-1DD1-4FC4-9FA0-4872F8C409C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2790" y="6035665"/>
            <a:ext cx="1186773" cy="5265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686" y="254857"/>
            <a:ext cx="10962447" cy="882654"/>
          </a:xfrm>
        </p:spPr>
        <p:txBody>
          <a:bodyPr/>
          <a:lstStyle>
            <a:lvl1pPr algn="ctr">
              <a:defRPr sz="4797"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27" name="Picture 4" title="CC-BY-NC-SA License">
            <a:hlinkClick r:id="rId7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7CB336FF-A768-4CE1-B1CE-FC103B348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50075" y="6080062"/>
            <a:ext cx="1436897" cy="502868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solidFill>
              <a:schemeClr val="accent1">
                <a:lumMod val="75000"/>
                <a:alpha val="50000"/>
              </a:schemeClr>
            </a:solidFill>
          </a:ln>
        </p:spPr>
      </p:pic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641602" y="5916124"/>
            <a:ext cx="2950749" cy="38278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r" rtl="0" fontAlgn="base">
              <a:spcBef>
                <a:spcPct val="0"/>
              </a:spcBef>
              <a:spcAft>
                <a:spcPct val="0"/>
              </a:spcAft>
              <a:buNone/>
              <a:defRPr lang="en-US" sz="1997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641602" y="6340279"/>
            <a:ext cx="2950749" cy="35175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r" rtl="0" fontAlgn="base">
              <a:spcBef>
                <a:spcPct val="0"/>
              </a:spcBef>
              <a:spcAft>
                <a:spcPct val="0"/>
              </a:spcAft>
              <a:buNone/>
              <a:defRPr lang="en-US" sz="1797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Company Web Site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670972" y="4876800"/>
            <a:ext cx="2950749" cy="50679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797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40" name="Text Placeholder 13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670972" y="5368741"/>
            <a:ext cx="2950749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397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Position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-1588" y="6702676"/>
            <a:ext cx="12192000" cy="2172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E5CD64-8E62-478C-BD07-29B0AE8E261B}"/>
              </a:ext>
            </a:extLst>
          </p:cNvPr>
          <p:cNvSpPr/>
          <p:nvPr userDrawn="1"/>
        </p:nvSpPr>
        <p:spPr>
          <a:xfrm>
            <a:off x="-1588" y="6702676"/>
            <a:ext cx="12188825" cy="2172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8389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1E40596-5F7F-41C3-9807-7FA635B424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5951C9B-3DEE-4E28-8D4C-55505E0CB6AB}"/>
              </a:ext>
            </a:extLst>
          </p:cNvPr>
          <p:cNvSpPr/>
          <p:nvPr/>
        </p:nvSpPr>
        <p:spPr>
          <a:xfrm>
            <a:off x="-3175" y="0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9" name="Picture 8" descr="A drawing of a cartoon character&#10;&#10;Description generated with high confidence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08309" y="1409638"/>
            <a:ext cx="3571232" cy="4385137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48CCE616-2FC8-4941-8612-3EC8CFD842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Table of Content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15" y="1371605"/>
            <a:ext cx="8180332" cy="4795935"/>
          </a:xfrm>
        </p:spPr>
        <p:txBody>
          <a:bodyPr/>
          <a:lstStyle>
            <a:lvl1pPr marL="513888" indent="-513888"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…</a:t>
            </a:r>
          </a:p>
          <a:p>
            <a:pPr lvl="0"/>
            <a:r>
              <a:rPr lang="en-GB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AA6AF62-9F6D-4B1C-831C-72AACA29F78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5/18/2020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92A8ED8-1E91-4F87-9AAB-0B939CA64F6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E4C518-B0B3-4716-AB97-AC8ECA4F7C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D0F638-F770-4732-9027-F69A91A619A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457" y="264474"/>
            <a:ext cx="1928514" cy="563121"/>
          </a:xfrm>
          <a:prstGeom prst="rect">
            <a:avLst/>
          </a:prstGeom>
          <a:solidFill>
            <a:schemeClr val="accent1">
              <a:alpha val="1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063772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5D431A-1BDA-40DB-B7D8-23653331B7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14949" y="4704825"/>
            <a:ext cx="10958928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394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Section Title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14949" y="5490439"/>
            <a:ext cx="10958928" cy="49981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3997" b="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Section Subtitle</a:t>
            </a:r>
          </a:p>
        </p:txBody>
      </p:sp>
      <p:sp>
        <p:nvSpPr>
          <p:cNvPr id="4" name="Oval 3"/>
          <p:cNvSpPr>
            <a:spLocks noChangeAspect="1"/>
          </p:cNvSpPr>
          <p:nvPr/>
        </p:nvSpPr>
        <p:spPr>
          <a:xfrm>
            <a:off x="4318611" y="867752"/>
            <a:ext cx="3551604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C753E4-BD4C-4A35-A659-30D3C999D3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9775" y="1100966"/>
            <a:ext cx="30861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070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0FF4B1E-24EA-407C-BFA6-24CCB6D440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-3471" y="0"/>
            <a:ext cx="11535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2" descr="E:\002-KIMS BUSINESS\007-02-Fullslidesppt-Contents\20161228\02-edu\bulb-item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44" y="1792355"/>
            <a:ext cx="1829828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E:\002-KIMS BUSINESS\007-02-Fullslidesppt-Contents\20161228\02-edu\bulb-item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144" y="1792355"/>
            <a:ext cx="914914" cy="4062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64972" y="1121144"/>
            <a:ext cx="9927138" cy="52760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4ED30444-7448-455E-ACFD-2D8F93C939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620" y="100750"/>
            <a:ext cx="8397308" cy="88265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F9A2DC4-5280-4E93-B6D2-9709FE6D062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5/18/2020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A4C1EE0-8040-49CB-9319-CF991DE7B32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643825A-6B67-4224-B077-B526FC2A4C7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406E0E-FE9B-4656-A202-18C2517519D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451" y="276382"/>
            <a:ext cx="1819849" cy="53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417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DA6B0AA-1988-451B-88D4-0F72629557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-3471" y="0"/>
            <a:ext cx="11535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2" descr="E:\002-KIMS BUSINESS\007-02-Fullslidesppt-Contents\20161228\02-edu\bulb-item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892" y="3314705"/>
            <a:ext cx="1260337" cy="279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1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620" y="100750"/>
            <a:ext cx="8397308" cy="88265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58564" y="1121144"/>
            <a:ext cx="10033549" cy="52760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F2A4EF-FDC7-4D65-91A0-D3473057251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5/18/2020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D0B15D-022F-4B93-A0E6-6FC062C18AF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45B5C-C9D2-4885-BBE1-AE0D4F570CB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01C581E-72C4-46B7-B2B0-B501FA8728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451" y="276382"/>
            <a:ext cx="1819849" cy="53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94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9AD94B5-9922-4E42-89CE-3C445EFB15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/>
        </p:nvSpPr>
        <p:spPr>
          <a:xfrm>
            <a:off x="-1" y="0"/>
            <a:ext cx="12188825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353" y="1196125"/>
            <a:ext cx="11815018" cy="52010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3E2769-FF5C-435B-BEDD-ABA3B8F1B97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5/18/2020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6AD27-58D7-46FA-99F8-E5BB835ADA6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DA7C9-2FCE-40EB-BF32-C6983222020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BBD9B3D-B90C-4A66-8301-786C9FA8A9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457" y="264474"/>
            <a:ext cx="1928514" cy="563121"/>
          </a:xfrm>
          <a:prstGeom prst="rect">
            <a:avLst/>
          </a:prstGeom>
          <a:solidFill>
            <a:schemeClr val="accent1">
              <a:alpha val="1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04827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7939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Slid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9D60504-DA9E-4357-9A0A-15E333FC27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7B03959-5ED4-4593-8CEF-2AE1A73775F5}"/>
              </a:ext>
            </a:extLst>
          </p:cNvPr>
          <p:cNvSpPr/>
          <p:nvPr/>
        </p:nvSpPr>
        <p:spPr>
          <a:xfrm>
            <a:off x="-3175" y="0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" y="6184674"/>
            <a:ext cx="12188825" cy="6733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24" tIns="60912" rIns="121824" bIns="609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5160306" y="4824666"/>
            <a:ext cx="1868214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8A09987-8827-47B7-85D3-6D69487FC7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5088" y="5206774"/>
            <a:ext cx="958650" cy="1184869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352" y="1195931"/>
            <a:ext cx="5424735" cy="48241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73738" y="1195931"/>
            <a:ext cx="5424734" cy="48241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8E34E-73A2-41B4-8C58-4DDB1D4D97D8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88768" y="6390561"/>
            <a:ext cx="808502" cy="308845"/>
          </a:xfrm>
        </p:spPr>
        <p:txBody>
          <a:bodyPr/>
          <a:lstStyle/>
          <a:p>
            <a:fld id="{055373AC-9AA7-423B-BA00-BA1C74164DBD}" type="datetime1">
              <a:rPr lang="en-US" smtClean="0"/>
              <a:pPr/>
              <a:t>5/18/2020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141AFF-42FF-4AAA-A3FA-149DDA66FCC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2B2616D-7BC8-4F96-B3A7-B299A353B42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A7A0E76-569B-463F-8EA8-C658C471A28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457" y="264474"/>
            <a:ext cx="1928514" cy="563121"/>
          </a:xfrm>
          <a:prstGeom prst="rect">
            <a:avLst/>
          </a:prstGeom>
          <a:solidFill>
            <a:schemeClr val="accent1">
              <a:alpha val="1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587010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19C6415-13AB-4677-935E-D11508C4AD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B4EBD86-A13A-41DF-A04E-EA4A858E8860}"/>
              </a:ext>
            </a:extLst>
          </p:cNvPr>
          <p:cNvSpPr/>
          <p:nvPr/>
        </p:nvSpPr>
        <p:spPr>
          <a:xfrm>
            <a:off x="-3175" y="-17929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52" y="1196126"/>
            <a:ext cx="11808021" cy="5185625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609036" indent="0">
              <a:buNone/>
              <a:defRPr/>
            </a:lvl2pPr>
          </a:lstStyle>
          <a:p>
            <a:pPr lvl="0"/>
            <a:r>
              <a:rPr lang="en-GB" dirty="0"/>
              <a:t>Sample source code: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123" y="1830476"/>
            <a:ext cx="10958580" cy="1633497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>
              <a:lnSpc>
                <a:spcPct val="100000"/>
              </a:lnSpc>
              <a:buNone/>
              <a:defRPr lang="en-US" sz="2397" b="1" noProof="1" smtClean="0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BA3E62-7E9B-447C-9045-B989874D05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57BD22-7B02-4D39-928A-4BAD0D84EC1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5/18/2020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DED1B3-84A5-43D8-8770-B2C1E963B68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3FF9B-335F-4699-94F7-E43CA829037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AB4568-56A6-4C85-AAC8-1AE32E2F3E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457" y="264474"/>
            <a:ext cx="1928514" cy="563121"/>
          </a:xfrm>
          <a:prstGeom prst="rect">
            <a:avLst/>
          </a:prstGeom>
          <a:solidFill>
            <a:schemeClr val="accent1">
              <a:alpha val="1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702277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3609A8D-9063-4A88-A094-81A65D7DF4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880F1A8-532C-4443-BDB9-44438A972E15}"/>
              </a:ext>
            </a:extLst>
          </p:cNvPr>
          <p:cNvSpPr/>
          <p:nvPr/>
        </p:nvSpPr>
        <p:spPr>
          <a:xfrm>
            <a:off x="-3175" y="0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90356" y="1355077"/>
            <a:ext cx="3888360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13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036" indent="0">
              <a:buNone/>
              <a:defRPr sz="3730"/>
            </a:lvl2pPr>
            <a:lvl3pPr marL="1218072" indent="0">
              <a:buNone/>
              <a:defRPr sz="3197"/>
            </a:lvl3pPr>
            <a:lvl4pPr marL="1827109" indent="0">
              <a:buNone/>
              <a:defRPr sz="2664"/>
            </a:lvl4pPr>
            <a:lvl5pPr marL="2436145" indent="0">
              <a:buNone/>
              <a:defRPr sz="2664"/>
            </a:lvl5pPr>
            <a:lvl6pPr marL="3045182" indent="0">
              <a:buNone/>
              <a:defRPr sz="2664"/>
            </a:lvl6pPr>
            <a:lvl7pPr marL="3654218" indent="0">
              <a:buNone/>
              <a:defRPr sz="2664"/>
            </a:lvl7pPr>
            <a:lvl8pPr marL="4263254" indent="0">
              <a:buNone/>
              <a:defRPr sz="2664"/>
            </a:lvl8pPr>
            <a:lvl9pPr marL="4872290" indent="0">
              <a:buNone/>
              <a:defRPr sz="2664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Rectangle 1"/>
          <p:cNvSpPr/>
          <p:nvPr/>
        </p:nvSpPr>
        <p:spPr>
          <a:xfrm>
            <a:off x="4078713" y="1355073"/>
            <a:ext cx="47988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26703" y="1748999"/>
            <a:ext cx="239938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3"/>
            <a:ext cx="12188825" cy="1365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688" y="1353867"/>
            <a:ext cx="7197424" cy="50278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FF342A0-26CC-4ADA-AB90-FC4810F88E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66184F8-77F5-4000-AA69-383B07AEE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5/18/2020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CAD63B7-3B55-42B3-B63C-7488630C39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7A1733E-05EA-4892-9222-96356ACBDF8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FE050E4-DC54-4CF4-A8D3-DC8B8DA04E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284" y="232973"/>
            <a:ext cx="2125527" cy="53028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2B94D3F-5DC8-4398-914C-4833ABE4CC19}"/>
              </a:ext>
            </a:extLst>
          </p:cNvPr>
          <p:cNvSpPr/>
          <p:nvPr userDrawn="1"/>
        </p:nvSpPr>
        <p:spPr>
          <a:xfrm>
            <a:off x="-3175" y="0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5395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B21D9C95-5FF6-4F7E-AC00-ED6F3DD385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672"/>
          <a:stretch/>
        </p:blipFill>
        <p:spPr>
          <a:xfrm>
            <a:off x="-3176" y="5788"/>
            <a:ext cx="12192000" cy="6852212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DEAD13D1-8921-41EB-9EDF-DA3F5121F4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6" y="5788"/>
            <a:ext cx="12192000" cy="685221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/>
          <p:nvPr/>
        </p:nvSpPr>
        <p:spPr>
          <a:xfrm>
            <a:off x="-1051027" y="703245"/>
            <a:ext cx="8403884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ctr" defTabSz="913578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4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4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44" y="2222932"/>
            <a:ext cx="3574974" cy="414868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20846EB-6FC8-4F9D-97D0-A1A8E9CEE0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3928" y="314259"/>
            <a:ext cx="2125527" cy="53028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9983C1-41F3-4B45-9E6B-F2615F743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5/18/2020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2622C9-3C7D-445D-83B2-28583716E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4DAB2-278F-4812-9F5E-FB63D8068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0675455-B7FA-4569-A5FD-A3B0F20B2A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047" y="1702474"/>
            <a:ext cx="1198589" cy="119890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27D15FD-4C66-4B85-98E6-7826AA8F61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869" y="3776294"/>
            <a:ext cx="1166096" cy="140222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A755AAE-BA08-481C-9224-0061170EE4B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378" y="3776294"/>
            <a:ext cx="1166096" cy="138925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A83D66F-855B-463B-920B-BF239B01A20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6003" y="3775664"/>
            <a:ext cx="1166096" cy="156713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643F71A-2013-433A-8322-FBAAED3162D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628" y="3769759"/>
            <a:ext cx="1166096" cy="135075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0812936-74B6-4265-8C08-AEDC8C79870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5253" y="3776294"/>
            <a:ext cx="1166096" cy="14337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74C190C-5856-41B9-8819-AE8DE0E1098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421" y="3776295"/>
            <a:ext cx="1164351" cy="144000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F62FB7C-BD6E-4383-98C1-2CF30F34CAFD}"/>
              </a:ext>
            </a:extLst>
          </p:cNvPr>
          <p:cNvCxnSpPr>
            <a:cxnSpLocks/>
          </p:cNvCxnSpPr>
          <p:nvPr/>
        </p:nvCxnSpPr>
        <p:spPr>
          <a:xfrm>
            <a:off x="3968380" y="3335565"/>
            <a:ext cx="715992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4E5982E-3110-47E1-A5BB-91B7BECC3093}"/>
              </a:ext>
            </a:extLst>
          </p:cNvPr>
          <p:cNvCxnSpPr/>
          <p:nvPr/>
        </p:nvCxnSpPr>
        <p:spPr>
          <a:xfrm>
            <a:off x="3968380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2BFE2F3-0845-4E5B-9375-E9D4027DD675}"/>
              </a:ext>
            </a:extLst>
          </p:cNvPr>
          <p:cNvCxnSpPr/>
          <p:nvPr/>
        </p:nvCxnSpPr>
        <p:spPr>
          <a:xfrm>
            <a:off x="5362603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3DDBF37-0764-47AA-94E3-9A44F3ED8FB5}"/>
              </a:ext>
            </a:extLst>
          </p:cNvPr>
          <p:cNvCxnSpPr/>
          <p:nvPr/>
        </p:nvCxnSpPr>
        <p:spPr>
          <a:xfrm>
            <a:off x="6809426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99ABE09-E33C-46B7-A80D-7BF4A6956211}"/>
              </a:ext>
            </a:extLst>
          </p:cNvPr>
          <p:cNvCxnSpPr/>
          <p:nvPr/>
        </p:nvCxnSpPr>
        <p:spPr>
          <a:xfrm>
            <a:off x="8249051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E91D320-3732-40B8-864D-142D0A277ED1}"/>
              </a:ext>
            </a:extLst>
          </p:cNvPr>
          <p:cNvCxnSpPr>
            <a:cxnSpLocks/>
          </p:cNvCxnSpPr>
          <p:nvPr/>
        </p:nvCxnSpPr>
        <p:spPr>
          <a:xfrm>
            <a:off x="9688676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C63D1E8-4A92-4691-8A24-A2FC7E8008E5}"/>
              </a:ext>
            </a:extLst>
          </p:cNvPr>
          <p:cNvCxnSpPr>
            <a:cxnSpLocks/>
          </p:cNvCxnSpPr>
          <p:nvPr/>
        </p:nvCxnSpPr>
        <p:spPr>
          <a:xfrm>
            <a:off x="11128301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4A0FE1-723D-4682-8682-77BAD950EE15}"/>
              </a:ext>
            </a:extLst>
          </p:cNvPr>
          <p:cNvCxnSpPr/>
          <p:nvPr/>
        </p:nvCxnSpPr>
        <p:spPr>
          <a:xfrm>
            <a:off x="7548341" y="309299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/>
        </p:nvSpPr>
        <p:spPr>
          <a:xfrm>
            <a:off x="-1588" y="6371332"/>
            <a:ext cx="12192000" cy="5045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AF69835-F228-45D6-B39E-583EEBF1FE2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046" y="1702472"/>
            <a:ext cx="1198589" cy="119890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577C4C0-8539-4520-A497-BBFB45821D2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869" y="3776292"/>
            <a:ext cx="1166096" cy="140222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6073A22-1B90-4D35-943B-5D9816FEB8F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378" y="3776292"/>
            <a:ext cx="1166096" cy="138925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7C8CFEA-27DA-4058-A611-3AE53851908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6003" y="3775662"/>
            <a:ext cx="1166096" cy="156713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E9346DD-5152-48D0-8B06-7F8CE9803DAB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628" y="3769759"/>
            <a:ext cx="1166096" cy="135075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F6B4B602-D2C7-47C8-9470-2C5795ED8C2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5253" y="3776292"/>
            <a:ext cx="1166096" cy="1433701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03B7E6D-AFDD-45E1-8121-F42E465AB0E8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421" y="3776295"/>
            <a:ext cx="1164351" cy="1440000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FA3191E-14EF-4DC3-AD93-CA289B12B4C9}"/>
              </a:ext>
            </a:extLst>
          </p:cNvPr>
          <p:cNvCxnSpPr>
            <a:cxnSpLocks/>
          </p:cNvCxnSpPr>
          <p:nvPr userDrawn="1"/>
        </p:nvCxnSpPr>
        <p:spPr>
          <a:xfrm>
            <a:off x="3968380" y="3335565"/>
            <a:ext cx="715992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B530A8A-ABDE-4B7F-B28B-A9B499B32225}"/>
              </a:ext>
            </a:extLst>
          </p:cNvPr>
          <p:cNvCxnSpPr/>
          <p:nvPr userDrawn="1"/>
        </p:nvCxnSpPr>
        <p:spPr>
          <a:xfrm>
            <a:off x="3968380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5ADF575-91AD-4F69-BA66-356B62AEB683}"/>
              </a:ext>
            </a:extLst>
          </p:cNvPr>
          <p:cNvCxnSpPr/>
          <p:nvPr userDrawn="1"/>
        </p:nvCxnSpPr>
        <p:spPr>
          <a:xfrm>
            <a:off x="5362603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60C0104-2410-4352-A800-FD0292CC11A7}"/>
              </a:ext>
            </a:extLst>
          </p:cNvPr>
          <p:cNvCxnSpPr/>
          <p:nvPr userDrawn="1"/>
        </p:nvCxnSpPr>
        <p:spPr>
          <a:xfrm>
            <a:off x="6809426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0FB7F08-6662-4D0C-AFAB-CFFDE9B1CA0A}"/>
              </a:ext>
            </a:extLst>
          </p:cNvPr>
          <p:cNvCxnSpPr/>
          <p:nvPr userDrawn="1"/>
        </p:nvCxnSpPr>
        <p:spPr>
          <a:xfrm>
            <a:off x="8249051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79635D4-E3FF-4174-A648-032E9615851B}"/>
              </a:ext>
            </a:extLst>
          </p:cNvPr>
          <p:cNvCxnSpPr>
            <a:cxnSpLocks/>
          </p:cNvCxnSpPr>
          <p:nvPr userDrawn="1"/>
        </p:nvCxnSpPr>
        <p:spPr>
          <a:xfrm>
            <a:off x="9688676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601A2EF-9181-444B-8898-83A36D09B869}"/>
              </a:ext>
            </a:extLst>
          </p:cNvPr>
          <p:cNvCxnSpPr>
            <a:cxnSpLocks/>
          </p:cNvCxnSpPr>
          <p:nvPr userDrawn="1"/>
        </p:nvCxnSpPr>
        <p:spPr>
          <a:xfrm>
            <a:off x="11128301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07F38C1-A87B-4D59-BE69-6A23413F5870}"/>
              </a:ext>
            </a:extLst>
          </p:cNvPr>
          <p:cNvCxnSpPr/>
          <p:nvPr userDrawn="1"/>
        </p:nvCxnSpPr>
        <p:spPr>
          <a:xfrm>
            <a:off x="7548341" y="309299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7344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00C2D88-4D3E-4C4B-AFD7-B7EA2768B8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672"/>
          <a:stretch/>
        </p:blipFill>
        <p:spPr>
          <a:xfrm>
            <a:off x="-3176" y="5788"/>
            <a:ext cx="12192000" cy="685221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A51FC5-6AB6-4A04-9304-C6C88E9B2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5/18/2020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D83D18-FDC7-4C48-A949-71D2969C5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FAD92E-A653-4789-B55D-8A2181002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hlinkClick r:id="rId3"/>
            <a:extLst>
              <a:ext uri="{FF2B5EF4-FFF2-40B4-BE49-F238E27FC236}">
                <a16:creationId xmlns:a16="http://schemas.microsoft.com/office/drawing/2014/main" id="{7C54483B-C622-499B-BAE8-467BFD3E10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887" y="3048001"/>
            <a:ext cx="4142269" cy="3323785"/>
          </a:xfrm>
          <a:prstGeom prst="roundRect">
            <a:avLst>
              <a:gd name="adj" fmla="val 3461"/>
            </a:avLst>
          </a:prstGeom>
        </p:spPr>
      </p:pic>
      <p:pic>
        <p:nvPicPr>
          <p:cNvPr id="8" name="Picture 7">
            <a:hlinkClick r:id="rId5"/>
            <a:extLst>
              <a:ext uri="{FF2B5EF4-FFF2-40B4-BE49-F238E27FC236}">
                <a16:creationId xmlns:a16="http://schemas.microsoft.com/office/drawing/2014/main" id="{7AF9BEA8-CB87-4D39-873A-4E7E04D4668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5869" y="1269705"/>
            <a:ext cx="3506115" cy="1450390"/>
          </a:xfrm>
          <a:prstGeom prst="roundRect">
            <a:avLst>
              <a:gd name="adj" fmla="val 3586"/>
            </a:avLst>
          </a:prstGeom>
        </p:spPr>
      </p:pic>
      <p:pic>
        <p:nvPicPr>
          <p:cNvPr id="9" name="Picture 8">
            <a:hlinkClick r:id="rId7"/>
            <a:extLst>
              <a:ext uri="{FF2B5EF4-FFF2-40B4-BE49-F238E27FC236}">
                <a16:creationId xmlns:a16="http://schemas.microsoft.com/office/drawing/2014/main" id="{7DFD3364-5D9B-4B91-B09C-8540E820560A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95" y="4961886"/>
            <a:ext cx="6685847" cy="1466012"/>
          </a:xfrm>
          <a:prstGeom prst="roundRect">
            <a:avLst>
              <a:gd name="adj" fmla="val 5492"/>
            </a:avLst>
          </a:prstGeom>
        </p:spPr>
      </p:pic>
      <p:pic>
        <p:nvPicPr>
          <p:cNvPr id="10" name="Picture 9">
            <a:hlinkClick r:id="rId9"/>
            <a:extLst>
              <a:ext uri="{FF2B5EF4-FFF2-40B4-BE49-F238E27FC236}">
                <a16:creationId xmlns:a16="http://schemas.microsoft.com/office/drawing/2014/main" id="{F0386401-29A7-4448-AB68-1289BA211F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51487" y="1253341"/>
            <a:ext cx="3536315" cy="1600277"/>
          </a:xfrm>
          <a:prstGeom prst="roundRect">
            <a:avLst>
              <a:gd name="adj" fmla="val 4755"/>
            </a:avLst>
          </a:prstGeom>
        </p:spPr>
      </p:pic>
      <p:pic>
        <p:nvPicPr>
          <p:cNvPr id="11" name="Picture 10">
            <a:hlinkClick r:id="rId11"/>
            <a:extLst>
              <a:ext uri="{FF2B5EF4-FFF2-40B4-BE49-F238E27FC236}">
                <a16:creationId xmlns:a16="http://schemas.microsoft.com/office/drawing/2014/main" id="{CDC9F208-E4B0-4626-BBAD-F54DFF0CF9B5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67" y="1297094"/>
            <a:ext cx="4110401" cy="1740439"/>
          </a:xfrm>
          <a:prstGeom prst="roundRect">
            <a:avLst>
              <a:gd name="adj" fmla="val 6970"/>
            </a:avLst>
          </a:prstGeom>
        </p:spPr>
      </p:pic>
      <p:pic>
        <p:nvPicPr>
          <p:cNvPr id="12" name="Picture 11">
            <a:hlinkClick r:id="rId13"/>
            <a:extLst>
              <a:ext uri="{FF2B5EF4-FFF2-40B4-BE49-F238E27FC236}">
                <a16:creationId xmlns:a16="http://schemas.microsoft.com/office/drawing/2014/main" id="{1DE8CA65-1470-4A40-9B49-AFF7E19C21A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93" y="3323273"/>
            <a:ext cx="6676269" cy="1231632"/>
          </a:xfrm>
          <a:prstGeom prst="roundRect">
            <a:avLst>
              <a:gd name="adj" fmla="val 6594"/>
            </a:avLst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6991FD8-5C91-4C3D-9F00-7203C811B463}"/>
              </a:ext>
            </a:extLst>
          </p:cNvPr>
          <p:cNvSpPr/>
          <p:nvPr userDrawn="1"/>
        </p:nvSpPr>
        <p:spPr>
          <a:xfrm>
            <a:off x="0" y="-7074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9E3AAC-161E-41EF-A701-E46A497FC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768" y="110723"/>
            <a:ext cx="9503571" cy="88265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Softuni</a:t>
            </a:r>
            <a:r>
              <a:rPr lang="en-US" dirty="0"/>
              <a:t> Diamond Partners</a:t>
            </a:r>
            <a:endParaRPr lang="bg-BG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FB79199-76CD-47C8-AE4E-209C3D390E5F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457" y="264474"/>
            <a:ext cx="1928514" cy="563121"/>
          </a:xfrm>
          <a:prstGeom prst="rect">
            <a:avLst/>
          </a:prstGeom>
          <a:solidFill>
            <a:schemeClr val="accent1">
              <a:alpha val="1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916759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00C2D88-4D3E-4C4B-AFD7-B7EA2768B8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672"/>
          <a:stretch/>
        </p:blipFill>
        <p:spPr>
          <a:xfrm>
            <a:off x="-3176" y="5788"/>
            <a:ext cx="12192000" cy="685221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6991FD8-5C91-4C3D-9F00-7203C811B463}"/>
              </a:ext>
            </a:extLst>
          </p:cNvPr>
          <p:cNvSpPr/>
          <p:nvPr userDrawn="1"/>
        </p:nvSpPr>
        <p:spPr>
          <a:xfrm>
            <a:off x="0" y="-40852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9E3AAC-161E-41EF-A701-E46A497FC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768" y="110723"/>
            <a:ext cx="9503571" cy="88265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Softuni</a:t>
            </a:r>
            <a:r>
              <a:rPr lang="en-US" dirty="0"/>
              <a:t> Diamond Partners</a:t>
            </a:r>
            <a:endParaRPr lang="bg-BG" dirty="0"/>
          </a:p>
        </p:txBody>
      </p:sp>
      <p:pic>
        <p:nvPicPr>
          <p:cNvPr id="15" name="Picture 14">
            <a:hlinkClick r:id="rId3"/>
            <a:extLst>
              <a:ext uri="{FF2B5EF4-FFF2-40B4-BE49-F238E27FC236}">
                <a16:creationId xmlns:a16="http://schemas.microsoft.com/office/drawing/2014/main" id="{61839306-7842-46B9-A463-C24420A37C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64143" y="1200162"/>
            <a:ext cx="6095011" cy="1314435"/>
          </a:xfrm>
          <a:prstGeom prst="roundRect">
            <a:avLst>
              <a:gd name="adj" fmla="val 3250"/>
            </a:avLst>
          </a:prstGeom>
          <a:ln>
            <a:noFill/>
          </a:ln>
          <a:effectLst>
            <a:softEdge rad="0"/>
          </a:effectLst>
        </p:spPr>
      </p:pic>
      <p:pic>
        <p:nvPicPr>
          <p:cNvPr id="16" name="Picture 2" descr="Ð ÐµÐ·ÑÐ»ÑÐ°Ñ Ñ Ð¸Ð·Ð¾Ð±ÑÐ°Ð¶ÐµÐ½Ð¸Ðµ Ð·Ð° indeavr">
            <a:hlinkClick r:id="rId5"/>
            <a:extLst>
              <a:ext uri="{FF2B5EF4-FFF2-40B4-BE49-F238E27FC236}">
                <a16:creationId xmlns:a16="http://schemas.microsoft.com/office/drawing/2014/main" id="{F5EB795D-0B62-4CCB-983D-13BD9B3CD0A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322" y="1399790"/>
            <a:ext cx="5352870" cy="1209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0" descr="Ð ÐµÐ·ÑÐ»ÑÐ°Ñ Ñ Ð¸Ð·Ð¾Ð±ÑÐ°Ð¶ÐµÐ½Ð¸Ðµ Ð·Ð° software group">
            <a:hlinkClick r:id="rId7"/>
            <a:extLst>
              <a:ext uri="{FF2B5EF4-FFF2-40B4-BE49-F238E27FC236}">
                <a16:creationId xmlns:a16="http://schemas.microsoft.com/office/drawing/2014/main" id="{91C19F79-E05B-4929-A929-287F44EB3C9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322" y="2317265"/>
            <a:ext cx="6665764" cy="303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4" descr="Ð¡Ð²ÑÑÐ·Ð°Ð½Ð¾ Ð¸Ð·Ð¾Ð±ÑÐ°Ð¶ÐµÐ½Ð¸Ðµ">
            <a:hlinkClick r:id="rId9"/>
            <a:extLst>
              <a:ext uri="{FF2B5EF4-FFF2-40B4-BE49-F238E27FC236}">
                <a16:creationId xmlns:a16="http://schemas.microsoft.com/office/drawing/2014/main" id="{B38FBC35-D604-40D3-8560-90C506EBA72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07"/>
          <a:stretch/>
        </p:blipFill>
        <p:spPr bwMode="auto">
          <a:xfrm>
            <a:off x="7759479" y="2602277"/>
            <a:ext cx="3154360" cy="1654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6" descr="Ð ÐµÐ·ÑÐ»ÑÐ°Ñ Ñ Ð¸Ð·Ð¾Ð±ÑÐ°Ð¶ÐµÐ½Ð¸Ðµ Ð·Ð° netpeak">
            <a:hlinkClick r:id="rId11"/>
            <a:extLst>
              <a:ext uri="{FF2B5EF4-FFF2-40B4-BE49-F238E27FC236}">
                <a16:creationId xmlns:a16="http://schemas.microsoft.com/office/drawing/2014/main" id="{71103A5B-EAFD-46BF-93EB-10FFF58B75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83" y="5230897"/>
            <a:ext cx="7165745" cy="996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2" descr="Ð ÐµÐ·ÑÐ»ÑÐ°Ñ Ñ Ð¸Ð·Ð¾Ð±ÑÐ°Ð¶ÐµÐ½Ð¸Ðµ Ð·Ð° superhosting png">
            <a:hlinkClick r:id="rId13"/>
            <a:extLst>
              <a:ext uri="{FF2B5EF4-FFF2-40B4-BE49-F238E27FC236}">
                <a16:creationId xmlns:a16="http://schemas.microsoft.com/office/drawing/2014/main" id="{EDA50EFF-7A2E-4BB9-A7A8-5BBF9EE3DB6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5436" y="4510112"/>
            <a:ext cx="3351927" cy="1777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9A9EEE9-F84D-4A19-B1BD-9B2BB5EC0864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457" y="264474"/>
            <a:ext cx="1928514" cy="563121"/>
          </a:xfrm>
          <a:prstGeom prst="rect">
            <a:avLst/>
          </a:prstGeom>
          <a:solidFill>
            <a:schemeClr val="accent1">
              <a:alpha val="1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559364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1DA41A3-0295-46DF-A320-41070D15EA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371" y="1186308"/>
            <a:ext cx="9501534" cy="5496127"/>
          </a:xfrm>
        </p:spPr>
        <p:txBody>
          <a:bodyPr wrap="square">
            <a:noAutofit/>
          </a:bodyPr>
          <a:lstStyle>
            <a:lvl1pPr>
              <a:buClr>
                <a:schemeClr val="tx1"/>
              </a:buClr>
              <a:defRPr sz="2797"/>
            </a:lvl1pPr>
            <a:lvl2pPr marL="989684" marR="0" indent="-380648" algn="l" defTabSz="1218072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320" algn="l"/>
              </a:tabLst>
              <a:defRPr/>
            </a:lvl2pPr>
            <a:lvl3pPr>
              <a:buClr>
                <a:schemeClr val="tx1"/>
              </a:buClr>
              <a:defRPr/>
            </a:lvl3pPr>
          </a:lstStyle>
          <a:p>
            <a:pPr>
              <a:lnSpc>
                <a:spcPct val="100000"/>
              </a:lnSpc>
            </a:pPr>
            <a:r>
              <a:rPr lang="en-US" sz="3197" dirty="0"/>
              <a:t>Software University – High-Quality Education, </a:t>
            </a:r>
            <a:br>
              <a:rPr lang="en-US" sz="3197" dirty="0"/>
            </a:br>
            <a:r>
              <a:rPr lang="en-US" sz="3197" dirty="0"/>
              <a:t>Profession and Job for Software Developers</a:t>
            </a:r>
          </a:p>
          <a:p>
            <a:pPr lvl="1">
              <a:lnSpc>
                <a:spcPct val="100000"/>
              </a:lnSpc>
            </a:pPr>
            <a:r>
              <a:rPr lang="en-US" sz="2897" noProof="1">
                <a:hlinkClick r:id="rId3"/>
              </a:rPr>
              <a:t>softuni.bg</a:t>
            </a:r>
            <a:r>
              <a:rPr lang="en-US" sz="2897" noProof="1"/>
              <a:t> </a:t>
            </a:r>
          </a:p>
          <a:p>
            <a:pPr>
              <a:lnSpc>
                <a:spcPct val="100000"/>
              </a:lnSpc>
            </a:pPr>
            <a:r>
              <a:rPr lang="en-US" sz="3197" dirty="0"/>
              <a:t>Software University Foundation</a:t>
            </a:r>
            <a:endParaRPr lang="bg-BG" sz="3197" dirty="0"/>
          </a:p>
          <a:p>
            <a:pPr lvl="1">
              <a:lnSpc>
                <a:spcPct val="100000"/>
              </a:lnSpc>
            </a:pPr>
            <a:r>
              <a:rPr lang="en-US" sz="2997" noProof="1">
                <a:hlinkClick r:id="rId4"/>
              </a:rPr>
              <a:t>http://softuni.foundation/</a:t>
            </a:r>
            <a:endParaRPr lang="en-US" sz="2997" noProof="1"/>
          </a:p>
          <a:p>
            <a:pPr>
              <a:lnSpc>
                <a:spcPct val="100000"/>
              </a:lnSpc>
            </a:pPr>
            <a:r>
              <a:rPr lang="en-US" sz="3197" dirty="0"/>
              <a:t>Software University @ Facebook</a:t>
            </a:r>
          </a:p>
          <a:p>
            <a:pPr marL="989684" marR="0" lvl="1" indent="-380648" algn="l" defTabSz="1218072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320" algn="l"/>
              </a:tabLst>
              <a:defRPr/>
            </a:pPr>
            <a:r>
              <a:rPr kumimoji="0" lang="en-US" sz="2897" b="0" i="0" u="none" strike="noStrike" kern="1200" cap="none" spc="0" normalizeH="0" baseline="0" noProof="1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5"/>
              </a:rPr>
              <a:t>facebook.com/SoftwareUniversity</a:t>
            </a:r>
            <a:endParaRPr kumimoji="0" lang="en-US" sz="2897" b="0" i="0" u="none" strike="noStrike" kern="1200" cap="none" spc="0" normalizeH="0" baseline="0" noProof="1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>
              <a:lnSpc>
                <a:spcPct val="100000"/>
              </a:lnSpc>
            </a:pPr>
            <a:r>
              <a:rPr lang="en-US" sz="3197" dirty="0"/>
              <a:t>Software University Forums</a:t>
            </a:r>
          </a:p>
          <a:p>
            <a:pPr marL="989684" marR="0" lvl="1" indent="-380648" algn="l" defTabSz="1218072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320" algn="l"/>
              </a:tabLst>
              <a:defRPr/>
            </a:pPr>
            <a:r>
              <a:rPr lang="en-US" sz="2797" dirty="0">
                <a:hlinkClick r:id="rId6"/>
              </a:rPr>
              <a:t>forum.softuni.bg</a:t>
            </a:r>
            <a:endParaRPr lang="en-US" sz="2797" noProof="1"/>
          </a:p>
        </p:txBody>
      </p:sp>
      <p:pic>
        <p:nvPicPr>
          <p:cNvPr id="14" name="Picture 4">
            <a:hlinkClick r:id="rId7" tooltip="Software University @ Facebook"/>
            <a:extLst>
              <a:ext uri="{FF2B5EF4-FFF2-40B4-BE49-F238E27FC236}">
                <a16:creationId xmlns:a16="http://schemas.microsoft.com/office/drawing/2014/main" id="{0101C673-F197-4525-ADDC-FFD181E4E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58777" y="3608627"/>
            <a:ext cx="1118740" cy="1118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hlinkClick r:id="rId6" tooltip="Software University Discussion Forum"/>
            <a:extLst>
              <a:ext uri="{FF2B5EF4-FFF2-40B4-BE49-F238E27FC236}">
                <a16:creationId xmlns:a16="http://schemas.microsoft.com/office/drawing/2014/main" id="{A584039C-C3B0-4714-A6D0-181CA3D2DD2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5285" y="5017463"/>
            <a:ext cx="1042233" cy="1042233"/>
          </a:xfrm>
          <a:prstGeom prst="rect">
            <a:avLst/>
          </a:prstGeom>
        </p:spPr>
      </p:pic>
      <p:pic>
        <p:nvPicPr>
          <p:cNvPr id="16" name="Picture 15">
            <a:hlinkClick r:id="rId3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860" y="2384689"/>
            <a:ext cx="3226924" cy="42977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C5D9AB-27D1-4866-B85E-1728987FAEF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3229" y="1319424"/>
            <a:ext cx="1669839" cy="206515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/>
        </p:nvSpPr>
        <p:spPr>
          <a:xfrm>
            <a:off x="-3175" y="0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42" y="108873"/>
            <a:ext cx="9503571" cy="88265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</p:spTree>
    <p:extLst>
      <p:ext uri="{BB962C8B-B14F-4D97-AF65-F5344CB8AC3E}">
        <p14:creationId xmlns:p14="http://schemas.microsoft.com/office/powerpoint/2010/main" val="1105243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188814" y="6525002"/>
            <a:ext cx="1223999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373AC-9AA7-423B-BA00-BA1C74164DBD}" type="datetime1">
              <a:rPr lang="en-US" smtClean="0"/>
              <a:pPr/>
              <a:t>5/18/2020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4412" y="6525002"/>
            <a:ext cx="10150400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0413" y="1151121"/>
            <a:ext cx="11804822" cy="5570355"/>
          </a:xfrm>
        </p:spPr>
        <p:txBody>
          <a:bodyPr/>
          <a:lstStyle>
            <a:lvl1pPr>
              <a:defRPr sz="3400"/>
            </a:lvl1pPr>
            <a:lvl2pPr>
              <a:defRPr sz="3200"/>
            </a:lvl2pPr>
            <a:lvl3pPr>
              <a:defRPr sz="3000"/>
            </a:lvl3pPr>
            <a:lvl4pPr>
              <a:defRPr sz="2800"/>
            </a:lvl4pPr>
            <a:lvl5pPr>
              <a:defRPr sz="26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Level`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/>
              <a:t>Slide Title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D88274-EADB-4D91-A3FA-46509D5A9E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117" y="319859"/>
            <a:ext cx="2212117" cy="55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2000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0971" y="6454759"/>
            <a:ext cx="11966883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u="sng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https://softuni.org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Copyrighted document. Unauthorized copy, reproduction or use is not permitted.</a:t>
            </a:r>
            <a:endParaRPr lang="en-US" sz="2399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18" y="2898831"/>
            <a:ext cx="2450970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1349" y="1702473"/>
            <a:ext cx="8312744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417" y="703245"/>
            <a:ext cx="5914831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578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4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4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154" y="190268"/>
            <a:ext cx="2012812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640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9969" y="6507000"/>
            <a:ext cx="36731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9" name="Picture Forum" descr="Forum icon">
            <a:hlinkClick r:id="rId2" tooltip="Software University Discussion Forum"/>
            <a:extLst>
              <a:ext uri="{FF2B5EF4-FFF2-40B4-BE49-F238E27FC236}">
                <a16:creationId xmlns:a16="http://schemas.microsoft.com/office/drawing/2014/main" id="{98C579AD-FAF5-4B28-9B52-5457F1E900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1609" y="5249556"/>
            <a:ext cx="969903" cy="965726"/>
          </a:xfrm>
          <a:prstGeom prst="rect">
            <a:avLst/>
          </a:prstGeom>
        </p:spPr>
      </p:pic>
      <p:pic>
        <p:nvPicPr>
          <p:cNvPr id="17" name="Picture Logo FB" descr="Facebook logo">
            <a:hlinkClick r:id="rId4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4714" y="3689937"/>
            <a:ext cx="1003693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6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689" y="1674000"/>
            <a:ext cx="119174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8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0087" y="2584290"/>
            <a:ext cx="2732243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370" y="1186308"/>
            <a:ext cx="8686327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7"/>
            </a:lvl1pPr>
            <a:lvl2pPr marL="989684" marR="0" indent="-380648" algn="l" defTabSz="1218072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320" algn="l"/>
              </a:tabLst>
              <a:defRPr sz="2799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2999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8"/>
              </a:rPr>
              <a:t>softuni.bg</a:t>
            </a:r>
            <a:r>
              <a:rPr lang="en-US" noProof="1"/>
              <a:t> </a:t>
            </a:r>
          </a:p>
          <a:p>
            <a:r>
              <a:rPr lang="en-US" sz="2999" noProof="0" dirty="0"/>
              <a:t>Software University Foundation</a:t>
            </a:r>
          </a:p>
          <a:p>
            <a:pPr lvl="1"/>
            <a:r>
              <a:rPr lang="en-US" noProof="1">
                <a:hlinkClick r:id="rId10"/>
              </a:rPr>
              <a:t>softuni.foundation</a:t>
            </a:r>
            <a:endParaRPr lang="en-US" noProof="1"/>
          </a:p>
          <a:p>
            <a:r>
              <a:rPr lang="en-US" sz="2999" noProof="0" dirty="0"/>
              <a:t>Software University @ Facebook</a:t>
            </a:r>
          </a:p>
          <a:p>
            <a:pPr lvl="1"/>
            <a:r>
              <a:rPr lang="en-US" noProof="1">
                <a:hlinkClick r:id="rId4"/>
              </a:rPr>
              <a:t>facebook.com/SoftwareUniversity</a:t>
            </a:r>
            <a:endParaRPr lang="en-US" noProof="1"/>
          </a:p>
          <a:p>
            <a:r>
              <a:rPr lang="en-US" sz="2999" noProof="0" dirty="0"/>
              <a:t>Software University Forums</a:t>
            </a:r>
          </a:p>
          <a:p>
            <a:pPr lvl="1"/>
            <a:r>
              <a:rPr lang="en-US" noProof="1">
                <a:hlinkClick r:id="rId2"/>
              </a:rPr>
              <a:t>forum.softuni.bg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5335" y="253937"/>
            <a:ext cx="1915205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41" y="108873"/>
            <a:ext cx="9740089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391596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B5A345C-2CD0-4932-A998-37B2D20BF0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6458" y="2351427"/>
            <a:ext cx="5437955" cy="232599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348638" y="2374047"/>
            <a:ext cx="3170229" cy="3431879"/>
          </a:xfrm>
          <a:prstGeom prst="rect">
            <a:avLst/>
          </a:prstGeom>
        </p:spPr>
      </p:pic>
      <p:sp>
        <p:nvSpPr>
          <p:cNvPr id="43" name="Subtitle 5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6686" y="1303142"/>
            <a:ext cx="10962447" cy="882654"/>
          </a:xfrm>
        </p:spPr>
        <p:txBody>
          <a:bodyPr>
            <a:normAutofit/>
          </a:bodyPr>
          <a:lstStyle>
            <a:lvl1pPr marL="0" indent="0" algn="ctr">
              <a:buNone/>
              <a:defRPr sz="3597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Presentation Subtitle</a:t>
            </a:r>
            <a:endParaRPr lang="bg-BG" dirty="0"/>
          </a:p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AEB7CD-FF73-4344-9FE5-589B30F5AA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085" y="6057656"/>
            <a:ext cx="2105462" cy="5252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DFEC2C-38C6-405B-AD0A-06879C50EFE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6460" y="6035665"/>
            <a:ext cx="629415" cy="5265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7483B54-1DD1-4FC4-9FA0-4872F8C409C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2790" y="6035665"/>
            <a:ext cx="1186773" cy="5265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686" y="254857"/>
            <a:ext cx="10962447" cy="882654"/>
          </a:xfrm>
        </p:spPr>
        <p:txBody>
          <a:bodyPr/>
          <a:lstStyle>
            <a:lvl1pPr algn="ctr">
              <a:defRPr sz="4797"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27" name="Picture 4" title="CC-BY-NC-SA License">
            <a:hlinkClick r:id="rId7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7CB336FF-A768-4CE1-B1CE-FC103B348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50075" y="6080062"/>
            <a:ext cx="1436897" cy="502868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solidFill>
              <a:schemeClr val="accent1">
                <a:lumMod val="75000"/>
                <a:alpha val="50000"/>
              </a:schemeClr>
            </a:solidFill>
          </a:ln>
        </p:spPr>
      </p:pic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641602" y="5916124"/>
            <a:ext cx="2950749" cy="38278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r" rtl="0" fontAlgn="base">
              <a:spcBef>
                <a:spcPct val="0"/>
              </a:spcBef>
              <a:spcAft>
                <a:spcPct val="0"/>
              </a:spcAft>
              <a:buNone/>
              <a:defRPr lang="en-US" sz="1997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641602" y="6340279"/>
            <a:ext cx="2950749" cy="35175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r" rtl="0" fontAlgn="base">
              <a:spcBef>
                <a:spcPct val="0"/>
              </a:spcBef>
              <a:spcAft>
                <a:spcPct val="0"/>
              </a:spcAft>
              <a:buNone/>
              <a:defRPr lang="en-US" sz="1797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Company Web Site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670972" y="4876800"/>
            <a:ext cx="2950749" cy="50679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797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40" name="Text Placeholder 13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670972" y="5368741"/>
            <a:ext cx="2950749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397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Position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-1588" y="6702676"/>
            <a:ext cx="12192000" cy="2172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E5CD64-8E62-478C-BD07-29B0AE8E261B}"/>
              </a:ext>
            </a:extLst>
          </p:cNvPr>
          <p:cNvSpPr/>
          <p:nvPr userDrawn="1"/>
        </p:nvSpPr>
        <p:spPr>
          <a:xfrm>
            <a:off x="-1588" y="6702676"/>
            <a:ext cx="12188825" cy="2172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1582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1E40596-5F7F-41C3-9807-7FA635B424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5951C9B-3DEE-4E28-8D4C-55505E0CB6AB}"/>
              </a:ext>
            </a:extLst>
          </p:cNvPr>
          <p:cNvSpPr/>
          <p:nvPr/>
        </p:nvSpPr>
        <p:spPr>
          <a:xfrm>
            <a:off x="-3175" y="0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9" name="Picture 8" descr="A drawing of a cartoon character&#10;&#10;Description generated with high confidence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08309" y="1409638"/>
            <a:ext cx="3571232" cy="4385137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48CCE616-2FC8-4941-8612-3EC8CFD842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Table of Content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15" y="1371605"/>
            <a:ext cx="8180332" cy="4795935"/>
          </a:xfrm>
        </p:spPr>
        <p:txBody>
          <a:bodyPr/>
          <a:lstStyle>
            <a:lvl1pPr marL="513888" indent="-513888"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…</a:t>
            </a:r>
          </a:p>
          <a:p>
            <a:pPr lvl="0"/>
            <a:r>
              <a:rPr lang="en-GB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AA6AF62-9F6D-4B1C-831C-72AACA29F78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5/18/2020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92A8ED8-1E91-4F87-9AAB-0B939CA64F6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E4C518-B0B3-4716-AB97-AC8ECA4F7C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D0F638-F770-4732-9027-F69A91A619A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457" y="264474"/>
            <a:ext cx="1928514" cy="563121"/>
          </a:xfrm>
          <a:prstGeom prst="rect">
            <a:avLst/>
          </a:prstGeom>
          <a:solidFill>
            <a:schemeClr val="accent1">
              <a:alpha val="1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651331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5D431A-1BDA-40DB-B7D8-23653331B7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14949" y="4704825"/>
            <a:ext cx="10958928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394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Section Title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14949" y="5490439"/>
            <a:ext cx="10958928" cy="49981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3997" b="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Section Subtitle</a:t>
            </a:r>
          </a:p>
        </p:txBody>
      </p:sp>
      <p:sp>
        <p:nvSpPr>
          <p:cNvPr id="4" name="Oval 3"/>
          <p:cNvSpPr>
            <a:spLocks noChangeAspect="1"/>
          </p:cNvSpPr>
          <p:nvPr/>
        </p:nvSpPr>
        <p:spPr>
          <a:xfrm>
            <a:off x="4318611" y="867752"/>
            <a:ext cx="3551604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906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0FF4B1E-24EA-407C-BFA6-24CCB6D440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-3471" y="0"/>
            <a:ext cx="11535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2" descr="E:\002-KIMS BUSINESS\007-02-Fullslidesppt-Contents\20161228\02-edu\bulb-item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44" y="1792355"/>
            <a:ext cx="1829828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E:\002-KIMS BUSINESS\007-02-Fullslidesppt-Contents\20161228\02-edu\bulb-item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144" y="1792355"/>
            <a:ext cx="914914" cy="4062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64972" y="1121144"/>
            <a:ext cx="9927138" cy="52760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4ED30444-7448-455E-ACFD-2D8F93C939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620" y="100750"/>
            <a:ext cx="8397308" cy="88265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F9A2DC4-5280-4E93-B6D2-9709FE6D062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5/18/2020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A4C1EE0-8040-49CB-9319-CF991DE7B32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643825A-6B67-4224-B077-B526FC2A4C7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406E0E-FE9B-4656-A202-18C2517519D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451" y="276382"/>
            <a:ext cx="1819849" cy="53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463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DA6B0AA-1988-451B-88D4-0F72629557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-3471" y="0"/>
            <a:ext cx="11535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2" descr="E:\002-KIMS BUSINESS\007-02-Fullslidesppt-Contents\20161228\02-edu\bulb-item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892" y="3314705"/>
            <a:ext cx="1260337" cy="279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1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620" y="100750"/>
            <a:ext cx="8397308" cy="88265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58564" y="1121144"/>
            <a:ext cx="10033549" cy="52760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F2A4EF-FDC7-4D65-91A0-D3473057251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5/18/2020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D0B15D-022F-4B93-A0E6-6FC062C18AF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45B5C-C9D2-4885-BBE1-AE0D4F570CB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01C581E-72C4-46B7-B2B0-B501FA8728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451" y="276382"/>
            <a:ext cx="1819849" cy="53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97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9AD94B5-9922-4E42-89CE-3C445EFB15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/>
        </p:nvSpPr>
        <p:spPr>
          <a:xfrm>
            <a:off x="-1" y="0"/>
            <a:ext cx="12188825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353" y="1196125"/>
            <a:ext cx="11815018" cy="52010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3E2769-FF5C-435B-BEDD-ABA3B8F1B97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5/18/2020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6AD27-58D7-46FA-99F8-E5BB835ADA6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DA7C9-2FCE-40EB-BF32-C6983222020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BBD9B3D-B90C-4A66-8301-786C9FA8A9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457" y="264474"/>
            <a:ext cx="1928514" cy="563121"/>
          </a:xfrm>
          <a:prstGeom prst="rect">
            <a:avLst/>
          </a:prstGeom>
          <a:solidFill>
            <a:schemeClr val="accent1">
              <a:alpha val="1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750805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434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Slid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9D60504-DA9E-4357-9A0A-15E333FC27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7B03959-5ED4-4593-8CEF-2AE1A73775F5}"/>
              </a:ext>
            </a:extLst>
          </p:cNvPr>
          <p:cNvSpPr/>
          <p:nvPr/>
        </p:nvSpPr>
        <p:spPr>
          <a:xfrm>
            <a:off x="-3175" y="0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" y="6184674"/>
            <a:ext cx="12188825" cy="6733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24" tIns="60912" rIns="121824" bIns="609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5160306" y="4824666"/>
            <a:ext cx="1868214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8A09987-8827-47B7-85D3-6D69487FC7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5088" y="5206774"/>
            <a:ext cx="958650" cy="1184869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352" y="1195931"/>
            <a:ext cx="5424735" cy="48241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73738" y="1195931"/>
            <a:ext cx="5424734" cy="48241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8E34E-73A2-41B4-8C58-4DDB1D4D97D8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88768" y="6390561"/>
            <a:ext cx="808502" cy="308845"/>
          </a:xfrm>
        </p:spPr>
        <p:txBody>
          <a:bodyPr/>
          <a:lstStyle/>
          <a:p>
            <a:fld id="{055373AC-9AA7-423B-BA00-BA1C74164DBD}" type="datetime1">
              <a:rPr lang="en-US" smtClean="0"/>
              <a:pPr/>
              <a:t>5/18/2020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141AFF-42FF-4AAA-A3FA-149DDA66FCC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2B2616D-7BC8-4F96-B3A7-B299A353B42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A7A0E76-569B-463F-8EA8-C658C471A28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457" y="264474"/>
            <a:ext cx="1928514" cy="563121"/>
          </a:xfrm>
          <a:prstGeom prst="rect">
            <a:avLst/>
          </a:prstGeom>
          <a:solidFill>
            <a:schemeClr val="accent1">
              <a:alpha val="1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916240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19C6415-13AB-4677-935E-D11508C4AD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B4EBD86-A13A-41DF-A04E-EA4A858E8860}"/>
              </a:ext>
            </a:extLst>
          </p:cNvPr>
          <p:cNvSpPr/>
          <p:nvPr/>
        </p:nvSpPr>
        <p:spPr>
          <a:xfrm>
            <a:off x="-3175" y="-17929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52" y="1196126"/>
            <a:ext cx="11808021" cy="5185625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609036" indent="0">
              <a:buNone/>
              <a:defRPr/>
            </a:lvl2pPr>
          </a:lstStyle>
          <a:p>
            <a:pPr lvl="0"/>
            <a:r>
              <a:rPr lang="en-GB" dirty="0"/>
              <a:t>Sample source code: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123" y="1830476"/>
            <a:ext cx="10958580" cy="1633497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>
              <a:lnSpc>
                <a:spcPct val="100000"/>
              </a:lnSpc>
              <a:buNone/>
              <a:defRPr lang="en-US" sz="2397" b="1" noProof="1" smtClean="0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BA3E62-7E9B-447C-9045-B989874D05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57BD22-7B02-4D39-928A-4BAD0D84EC1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5/18/2020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DED1B3-84A5-43D8-8770-B2C1E963B68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3FF9B-335F-4699-94F7-E43CA829037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AB4568-56A6-4C85-AAC8-1AE32E2F3E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457" y="264474"/>
            <a:ext cx="1928514" cy="563121"/>
          </a:xfrm>
          <a:prstGeom prst="rect">
            <a:avLst/>
          </a:prstGeom>
          <a:solidFill>
            <a:schemeClr val="accent1">
              <a:alpha val="1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54482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3609A8D-9063-4A88-A094-81A65D7DF4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880F1A8-532C-4443-BDB9-44438A972E15}"/>
              </a:ext>
            </a:extLst>
          </p:cNvPr>
          <p:cNvSpPr/>
          <p:nvPr/>
        </p:nvSpPr>
        <p:spPr>
          <a:xfrm>
            <a:off x="-3175" y="0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90356" y="1355077"/>
            <a:ext cx="3888360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13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036" indent="0">
              <a:buNone/>
              <a:defRPr sz="3730"/>
            </a:lvl2pPr>
            <a:lvl3pPr marL="1218072" indent="0">
              <a:buNone/>
              <a:defRPr sz="3197"/>
            </a:lvl3pPr>
            <a:lvl4pPr marL="1827109" indent="0">
              <a:buNone/>
              <a:defRPr sz="2664"/>
            </a:lvl4pPr>
            <a:lvl5pPr marL="2436145" indent="0">
              <a:buNone/>
              <a:defRPr sz="2664"/>
            </a:lvl5pPr>
            <a:lvl6pPr marL="3045182" indent="0">
              <a:buNone/>
              <a:defRPr sz="2664"/>
            </a:lvl6pPr>
            <a:lvl7pPr marL="3654218" indent="0">
              <a:buNone/>
              <a:defRPr sz="2664"/>
            </a:lvl7pPr>
            <a:lvl8pPr marL="4263254" indent="0">
              <a:buNone/>
              <a:defRPr sz="2664"/>
            </a:lvl8pPr>
            <a:lvl9pPr marL="4872290" indent="0">
              <a:buNone/>
              <a:defRPr sz="2664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Rectangle 1"/>
          <p:cNvSpPr/>
          <p:nvPr/>
        </p:nvSpPr>
        <p:spPr>
          <a:xfrm>
            <a:off x="4078713" y="1355073"/>
            <a:ext cx="47988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26703" y="1748999"/>
            <a:ext cx="239938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3"/>
            <a:ext cx="12188825" cy="1365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688" y="1353867"/>
            <a:ext cx="7197424" cy="50278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FF342A0-26CC-4ADA-AB90-FC4810F88E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66184F8-77F5-4000-AA69-383B07AEE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5/18/2020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CAD63B7-3B55-42B3-B63C-7488630C39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7A1733E-05EA-4892-9222-96356ACBDF8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FE050E4-DC54-4CF4-A8D3-DC8B8DA04E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284" y="232973"/>
            <a:ext cx="2125527" cy="53028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2B94D3F-5DC8-4398-914C-4833ABE4CC19}"/>
              </a:ext>
            </a:extLst>
          </p:cNvPr>
          <p:cNvSpPr/>
          <p:nvPr userDrawn="1"/>
        </p:nvSpPr>
        <p:spPr>
          <a:xfrm>
            <a:off x="-3175" y="0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95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B21D9C95-5FF6-4F7E-AC00-ED6F3DD385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672"/>
          <a:stretch/>
        </p:blipFill>
        <p:spPr>
          <a:xfrm>
            <a:off x="-3176" y="5788"/>
            <a:ext cx="12192000" cy="6852212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DEAD13D1-8921-41EB-9EDF-DA3F5121F4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6" y="5788"/>
            <a:ext cx="12192000" cy="685221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/>
          <p:nvPr/>
        </p:nvSpPr>
        <p:spPr>
          <a:xfrm>
            <a:off x="-1051027" y="703245"/>
            <a:ext cx="8403884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ctr" defTabSz="913578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4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4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44" y="2222932"/>
            <a:ext cx="3574974" cy="414868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20846EB-6FC8-4F9D-97D0-A1A8E9CEE0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3928" y="314259"/>
            <a:ext cx="2125527" cy="53028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9983C1-41F3-4B45-9E6B-F2615F743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5/18/2020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2622C9-3C7D-445D-83B2-28583716E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4DAB2-278F-4812-9F5E-FB63D8068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0675455-B7FA-4569-A5FD-A3B0F20B2A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047" y="1702474"/>
            <a:ext cx="1198589" cy="119890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27D15FD-4C66-4B85-98E6-7826AA8F61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869" y="3776294"/>
            <a:ext cx="1166096" cy="140222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A755AAE-BA08-481C-9224-0061170EE4B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378" y="3776294"/>
            <a:ext cx="1166096" cy="138925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A83D66F-855B-463B-920B-BF239B01A20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6003" y="3775664"/>
            <a:ext cx="1166096" cy="156713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643F71A-2013-433A-8322-FBAAED3162D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628" y="3769759"/>
            <a:ext cx="1166096" cy="135075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0812936-74B6-4265-8C08-AEDC8C79870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5253" y="3776294"/>
            <a:ext cx="1166096" cy="14337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74C190C-5856-41B9-8819-AE8DE0E1098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421" y="3776295"/>
            <a:ext cx="1164351" cy="144000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F62FB7C-BD6E-4383-98C1-2CF30F34CAFD}"/>
              </a:ext>
            </a:extLst>
          </p:cNvPr>
          <p:cNvCxnSpPr>
            <a:cxnSpLocks/>
          </p:cNvCxnSpPr>
          <p:nvPr/>
        </p:nvCxnSpPr>
        <p:spPr>
          <a:xfrm>
            <a:off x="3968380" y="3335565"/>
            <a:ext cx="715992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4E5982E-3110-47E1-A5BB-91B7BECC3093}"/>
              </a:ext>
            </a:extLst>
          </p:cNvPr>
          <p:cNvCxnSpPr/>
          <p:nvPr/>
        </p:nvCxnSpPr>
        <p:spPr>
          <a:xfrm>
            <a:off x="3968380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2BFE2F3-0845-4E5B-9375-E9D4027DD675}"/>
              </a:ext>
            </a:extLst>
          </p:cNvPr>
          <p:cNvCxnSpPr/>
          <p:nvPr/>
        </p:nvCxnSpPr>
        <p:spPr>
          <a:xfrm>
            <a:off x="5362603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3DDBF37-0764-47AA-94E3-9A44F3ED8FB5}"/>
              </a:ext>
            </a:extLst>
          </p:cNvPr>
          <p:cNvCxnSpPr/>
          <p:nvPr/>
        </p:nvCxnSpPr>
        <p:spPr>
          <a:xfrm>
            <a:off x="6809426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99ABE09-E33C-46B7-A80D-7BF4A6956211}"/>
              </a:ext>
            </a:extLst>
          </p:cNvPr>
          <p:cNvCxnSpPr/>
          <p:nvPr/>
        </p:nvCxnSpPr>
        <p:spPr>
          <a:xfrm>
            <a:off x="8249051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E91D320-3732-40B8-864D-142D0A277ED1}"/>
              </a:ext>
            </a:extLst>
          </p:cNvPr>
          <p:cNvCxnSpPr>
            <a:cxnSpLocks/>
          </p:cNvCxnSpPr>
          <p:nvPr/>
        </p:nvCxnSpPr>
        <p:spPr>
          <a:xfrm>
            <a:off x="9688676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C63D1E8-4A92-4691-8A24-A2FC7E8008E5}"/>
              </a:ext>
            </a:extLst>
          </p:cNvPr>
          <p:cNvCxnSpPr>
            <a:cxnSpLocks/>
          </p:cNvCxnSpPr>
          <p:nvPr/>
        </p:nvCxnSpPr>
        <p:spPr>
          <a:xfrm>
            <a:off x="11128301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4A0FE1-723D-4682-8682-77BAD950EE15}"/>
              </a:ext>
            </a:extLst>
          </p:cNvPr>
          <p:cNvCxnSpPr/>
          <p:nvPr/>
        </p:nvCxnSpPr>
        <p:spPr>
          <a:xfrm>
            <a:off x="7548341" y="309299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/>
        </p:nvSpPr>
        <p:spPr>
          <a:xfrm>
            <a:off x="-1588" y="6371332"/>
            <a:ext cx="12192000" cy="5045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AF69835-F228-45D6-B39E-583EEBF1FE2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046" y="1702472"/>
            <a:ext cx="1198589" cy="119890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577C4C0-8539-4520-A497-BBFB45821D2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869" y="3776292"/>
            <a:ext cx="1166096" cy="140222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6073A22-1B90-4D35-943B-5D9816FEB8FE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378" y="3776292"/>
            <a:ext cx="1166096" cy="138925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7C8CFEA-27DA-4058-A611-3AE53851908C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6003" y="3775662"/>
            <a:ext cx="1166096" cy="156713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E9346DD-5152-48D0-8B06-7F8CE9803DAB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628" y="3769759"/>
            <a:ext cx="1166096" cy="135075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F6B4B602-D2C7-47C8-9470-2C5795ED8C22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5253" y="3776292"/>
            <a:ext cx="1166096" cy="1433701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03B7E6D-AFDD-45E1-8121-F42E465AB0E8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421" y="3776295"/>
            <a:ext cx="1164351" cy="1440000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FA3191E-14EF-4DC3-AD93-CA289B12B4C9}"/>
              </a:ext>
            </a:extLst>
          </p:cNvPr>
          <p:cNvCxnSpPr>
            <a:cxnSpLocks/>
          </p:cNvCxnSpPr>
          <p:nvPr userDrawn="1"/>
        </p:nvCxnSpPr>
        <p:spPr>
          <a:xfrm>
            <a:off x="3968380" y="3335565"/>
            <a:ext cx="715992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B530A8A-ABDE-4B7F-B28B-A9B499B32225}"/>
              </a:ext>
            </a:extLst>
          </p:cNvPr>
          <p:cNvCxnSpPr/>
          <p:nvPr userDrawn="1"/>
        </p:nvCxnSpPr>
        <p:spPr>
          <a:xfrm>
            <a:off x="3968380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5ADF575-91AD-4F69-BA66-356B62AEB683}"/>
              </a:ext>
            </a:extLst>
          </p:cNvPr>
          <p:cNvCxnSpPr/>
          <p:nvPr userDrawn="1"/>
        </p:nvCxnSpPr>
        <p:spPr>
          <a:xfrm>
            <a:off x="5362603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60C0104-2410-4352-A800-FD0292CC11A7}"/>
              </a:ext>
            </a:extLst>
          </p:cNvPr>
          <p:cNvCxnSpPr/>
          <p:nvPr userDrawn="1"/>
        </p:nvCxnSpPr>
        <p:spPr>
          <a:xfrm>
            <a:off x="6809426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0FB7F08-6662-4D0C-AFAB-CFFDE9B1CA0A}"/>
              </a:ext>
            </a:extLst>
          </p:cNvPr>
          <p:cNvCxnSpPr/>
          <p:nvPr userDrawn="1"/>
        </p:nvCxnSpPr>
        <p:spPr>
          <a:xfrm>
            <a:off x="8249051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79635D4-E3FF-4174-A648-032E9615851B}"/>
              </a:ext>
            </a:extLst>
          </p:cNvPr>
          <p:cNvCxnSpPr>
            <a:cxnSpLocks/>
          </p:cNvCxnSpPr>
          <p:nvPr userDrawn="1"/>
        </p:nvCxnSpPr>
        <p:spPr>
          <a:xfrm>
            <a:off x="9688676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601A2EF-9181-444B-8898-83A36D09B869}"/>
              </a:ext>
            </a:extLst>
          </p:cNvPr>
          <p:cNvCxnSpPr>
            <a:cxnSpLocks/>
          </p:cNvCxnSpPr>
          <p:nvPr userDrawn="1"/>
        </p:nvCxnSpPr>
        <p:spPr>
          <a:xfrm>
            <a:off x="11128301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07F38C1-A87B-4D59-BE69-6A23413F5870}"/>
              </a:ext>
            </a:extLst>
          </p:cNvPr>
          <p:cNvCxnSpPr/>
          <p:nvPr userDrawn="1"/>
        </p:nvCxnSpPr>
        <p:spPr>
          <a:xfrm>
            <a:off x="7548341" y="309299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9449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00C2D88-4D3E-4C4B-AFD7-B7EA2768B8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672"/>
          <a:stretch/>
        </p:blipFill>
        <p:spPr>
          <a:xfrm>
            <a:off x="-3176" y="5788"/>
            <a:ext cx="12192000" cy="685221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A51FC5-6AB6-4A04-9304-C6C88E9B2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5/18/2020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D83D18-FDC7-4C48-A949-71D2969C5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FAD92E-A653-4789-B55D-8A2181002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hlinkClick r:id="rId3"/>
            <a:extLst>
              <a:ext uri="{FF2B5EF4-FFF2-40B4-BE49-F238E27FC236}">
                <a16:creationId xmlns:a16="http://schemas.microsoft.com/office/drawing/2014/main" id="{7C54483B-C622-499B-BAE8-467BFD3E10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887" y="3048001"/>
            <a:ext cx="4142269" cy="3323785"/>
          </a:xfrm>
          <a:prstGeom prst="roundRect">
            <a:avLst>
              <a:gd name="adj" fmla="val 3461"/>
            </a:avLst>
          </a:prstGeom>
        </p:spPr>
      </p:pic>
      <p:pic>
        <p:nvPicPr>
          <p:cNvPr id="8" name="Picture 7">
            <a:hlinkClick r:id="rId5"/>
            <a:extLst>
              <a:ext uri="{FF2B5EF4-FFF2-40B4-BE49-F238E27FC236}">
                <a16:creationId xmlns:a16="http://schemas.microsoft.com/office/drawing/2014/main" id="{7AF9BEA8-CB87-4D39-873A-4E7E04D4668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5869" y="1269705"/>
            <a:ext cx="3506115" cy="1450390"/>
          </a:xfrm>
          <a:prstGeom prst="roundRect">
            <a:avLst>
              <a:gd name="adj" fmla="val 3586"/>
            </a:avLst>
          </a:prstGeom>
        </p:spPr>
      </p:pic>
      <p:pic>
        <p:nvPicPr>
          <p:cNvPr id="9" name="Picture 8">
            <a:hlinkClick r:id="rId7"/>
            <a:extLst>
              <a:ext uri="{FF2B5EF4-FFF2-40B4-BE49-F238E27FC236}">
                <a16:creationId xmlns:a16="http://schemas.microsoft.com/office/drawing/2014/main" id="{7DFD3364-5D9B-4B91-B09C-8540E820560A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95" y="4961886"/>
            <a:ext cx="6685847" cy="1466012"/>
          </a:xfrm>
          <a:prstGeom prst="roundRect">
            <a:avLst>
              <a:gd name="adj" fmla="val 5492"/>
            </a:avLst>
          </a:prstGeom>
        </p:spPr>
      </p:pic>
      <p:pic>
        <p:nvPicPr>
          <p:cNvPr id="10" name="Picture 9">
            <a:hlinkClick r:id="rId9"/>
            <a:extLst>
              <a:ext uri="{FF2B5EF4-FFF2-40B4-BE49-F238E27FC236}">
                <a16:creationId xmlns:a16="http://schemas.microsoft.com/office/drawing/2014/main" id="{F0386401-29A7-4448-AB68-1289BA211F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51487" y="1253341"/>
            <a:ext cx="3536315" cy="1600277"/>
          </a:xfrm>
          <a:prstGeom prst="roundRect">
            <a:avLst>
              <a:gd name="adj" fmla="val 4755"/>
            </a:avLst>
          </a:prstGeom>
        </p:spPr>
      </p:pic>
      <p:pic>
        <p:nvPicPr>
          <p:cNvPr id="11" name="Picture 10">
            <a:hlinkClick r:id="rId11"/>
            <a:extLst>
              <a:ext uri="{FF2B5EF4-FFF2-40B4-BE49-F238E27FC236}">
                <a16:creationId xmlns:a16="http://schemas.microsoft.com/office/drawing/2014/main" id="{CDC9F208-E4B0-4626-BBAD-F54DFF0CF9B5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67" y="1297094"/>
            <a:ext cx="4110401" cy="1740439"/>
          </a:xfrm>
          <a:prstGeom prst="roundRect">
            <a:avLst>
              <a:gd name="adj" fmla="val 6970"/>
            </a:avLst>
          </a:prstGeom>
        </p:spPr>
      </p:pic>
      <p:pic>
        <p:nvPicPr>
          <p:cNvPr id="12" name="Picture 11">
            <a:hlinkClick r:id="rId13"/>
            <a:extLst>
              <a:ext uri="{FF2B5EF4-FFF2-40B4-BE49-F238E27FC236}">
                <a16:creationId xmlns:a16="http://schemas.microsoft.com/office/drawing/2014/main" id="{1DE8CA65-1470-4A40-9B49-AFF7E19C21A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93" y="3323273"/>
            <a:ext cx="6676269" cy="1231632"/>
          </a:xfrm>
          <a:prstGeom prst="roundRect">
            <a:avLst>
              <a:gd name="adj" fmla="val 6594"/>
            </a:avLst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6991FD8-5C91-4C3D-9F00-7203C811B463}"/>
              </a:ext>
            </a:extLst>
          </p:cNvPr>
          <p:cNvSpPr/>
          <p:nvPr userDrawn="1"/>
        </p:nvSpPr>
        <p:spPr>
          <a:xfrm>
            <a:off x="0" y="-7074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9E3AAC-161E-41EF-A701-E46A497FC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768" y="110723"/>
            <a:ext cx="9503571" cy="88265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Softuni</a:t>
            </a:r>
            <a:r>
              <a:rPr lang="en-US" dirty="0"/>
              <a:t> Diamond Partners</a:t>
            </a:r>
            <a:endParaRPr lang="bg-BG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FB79199-76CD-47C8-AE4E-209C3D390E5F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457" y="264474"/>
            <a:ext cx="1928514" cy="563121"/>
          </a:xfrm>
          <a:prstGeom prst="rect">
            <a:avLst/>
          </a:prstGeom>
          <a:solidFill>
            <a:schemeClr val="accent1">
              <a:alpha val="1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98601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00C2D88-4D3E-4C4B-AFD7-B7EA2768B8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672"/>
          <a:stretch/>
        </p:blipFill>
        <p:spPr>
          <a:xfrm>
            <a:off x="-3176" y="5788"/>
            <a:ext cx="12192000" cy="685221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6991FD8-5C91-4C3D-9F00-7203C811B463}"/>
              </a:ext>
            </a:extLst>
          </p:cNvPr>
          <p:cNvSpPr/>
          <p:nvPr userDrawn="1"/>
        </p:nvSpPr>
        <p:spPr>
          <a:xfrm>
            <a:off x="0" y="-40852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9E3AAC-161E-41EF-A701-E46A497FC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768" y="110723"/>
            <a:ext cx="9503571" cy="88265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Softuni</a:t>
            </a:r>
            <a:r>
              <a:rPr lang="en-US" dirty="0"/>
              <a:t> Diamond Partners</a:t>
            </a:r>
            <a:endParaRPr lang="bg-BG" dirty="0"/>
          </a:p>
        </p:txBody>
      </p:sp>
      <p:pic>
        <p:nvPicPr>
          <p:cNvPr id="15" name="Picture 14">
            <a:hlinkClick r:id="rId3"/>
            <a:extLst>
              <a:ext uri="{FF2B5EF4-FFF2-40B4-BE49-F238E27FC236}">
                <a16:creationId xmlns:a16="http://schemas.microsoft.com/office/drawing/2014/main" id="{61839306-7842-46B9-A463-C24420A37C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64143" y="1200162"/>
            <a:ext cx="6095011" cy="1314435"/>
          </a:xfrm>
          <a:prstGeom prst="roundRect">
            <a:avLst>
              <a:gd name="adj" fmla="val 3250"/>
            </a:avLst>
          </a:prstGeom>
          <a:ln>
            <a:noFill/>
          </a:ln>
          <a:effectLst>
            <a:softEdge rad="0"/>
          </a:effectLst>
        </p:spPr>
      </p:pic>
      <p:pic>
        <p:nvPicPr>
          <p:cNvPr id="16" name="Picture 2" descr="Ð ÐµÐ·ÑÐ»ÑÐ°Ñ Ñ Ð¸Ð·Ð¾Ð±ÑÐ°Ð¶ÐµÐ½Ð¸Ðµ Ð·Ð° indeavr">
            <a:hlinkClick r:id="rId5"/>
            <a:extLst>
              <a:ext uri="{FF2B5EF4-FFF2-40B4-BE49-F238E27FC236}">
                <a16:creationId xmlns:a16="http://schemas.microsoft.com/office/drawing/2014/main" id="{F5EB795D-0B62-4CCB-983D-13BD9B3CD0A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322" y="1399790"/>
            <a:ext cx="5352870" cy="1209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0" descr="Ð ÐµÐ·ÑÐ»ÑÐ°Ñ Ñ Ð¸Ð·Ð¾Ð±ÑÐ°Ð¶ÐµÐ½Ð¸Ðµ Ð·Ð° software group">
            <a:hlinkClick r:id="rId7"/>
            <a:extLst>
              <a:ext uri="{FF2B5EF4-FFF2-40B4-BE49-F238E27FC236}">
                <a16:creationId xmlns:a16="http://schemas.microsoft.com/office/drawing/2014/main" id="{91C19F79-E05B-4929-A929-287F44EB3C9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322" y="2317265"/>
            <a:ext cx="6665764" cy="303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4" descr="Ð¡Ð²ÑÑÐ·Ð°Ð½Ð¾ Ð¸Ð·Ð¾Ð±ÑÐ°Ð¶ÐµÐ½Ð¸Ðµ">
            <a:hlinkClick r:id="rId9"/>
            <a:extLst>
              <a:ext uri="{FF2B5EF4-FFF2-40B4-BE49-F238E27FC236}">
                <a16:creationId xmlns:a16="http://schemas.microsoft.com/office/drawing/2014/main" id="{B38FBC35-D604-40D3-8560-90C506EBA72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21" t="-168" r="15238" b="19014"/>
          <a:stretch/>
        </p:blipFill>
        <p:spPr bwMode="auto">
          <a:xfrm>
            <a:off x="7759479" y="2602277"/>
            <a:ext cx="3154360" cy="1654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6" descr="Ð ÐµÐ·ÑÐ»ÑÐ°Ñ Ñ Ð¸Ð·Ð¾Ð±ÑÐ°Ð¶ÐµÐ½Ð¸Ðµ Ð·Ð° netpeak">
            <a:hlinkClick r:id="rId11"/>
            <a:extLst>
              <a:ext uri="{FF2B5EF4-FFF2-40B4-BE49-F238E27FC236}">
                <a16:creationId xmlns:a16="http://schemas.microsoft.com/office/drawing/2014/main" id="{71103A5B-EAFD-46BF-93EB-10FFF58B75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83" y="5230897"/>
            <a:ext cx="7165745" cy="996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2" descr="Ð ÐµÐ·ÑÐ»ÑÐ°Ñ Ñ Ð¸Ð·Ð¾Ð±ÑÐ°Ð¶ÐµÐ½Ð¸Ðµ Ð·Ð° superhosting png">
            <a:hlinkClick r:id="rId13"/>
            <a:extLst>
              <a:ext uri="{FF2B5EF4-FFF2-40B4-BE49-F238E27FC236}">
                <a16:creationId xmlns:a16="http://schemas.microsoft.com/office/drawing/2014/main" id="{EDA50EFF-7A2E-4BB9-A7A8-5BBF9EE3DB6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5436" y="4510112"/>
            <a:ext cx="3351927" cy="1777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9A9EEE9-F84D-4A19-B1BD-9B2BB5EC0864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457" y="264474"/>
            <a:ext cx="1928514" cy="563121"/>
          </a:xfrm>
          <a:prstGeom prst="rect">
            <a:avLst/>
          </a:prstGeom>
          <a:solidFill>
            <a:schemeClr val="accent1">
              <a:alpha val="1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988077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1DA41A3-0295-46DF-A320-41070D15EA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371" y="1186308"/>
            <a:ext cx="9501534" cy="5496127"/>
          </a:xfrm>
        </p:spPr>
        <p:txBody>
          <a:bodyPr wrap="square">
            <a:noAutofit/>
          </a:bodyPr>
          <a:lstStyle>
            <a:lvl1pPr>
              <a:buClr>
                <a:schemeClr val="tx1"/>
              </a:buClr>
              <a:defRPr sz="2797"/>
            </a:lvl1pPr>
            <a:lvl2pPr marL="989684" marR="0" indent="-380648" algn="l" defTabSz="1218072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320" algn="l"/>
              </a:tabLst>
              <a:defRPr/>
            </a:lvl2pPr>
            <a:lvl3pPr>
              <a:buClr>
                <a:schemeClr val="tx1"/>
              </a:buClr>
              <a:defRPr/>
            </a:lvl3pPr>
          </a:lstStyle>
          <a:p>
            <a:pPr>
              <a:lnSpc>
                <a:spcPct val="100000"/>
              </a:lnSpc>
            </a:pPr>
            <a:r>
              <a:rPr lang="en-US" sz="3197" dirty="0"/>
              <a:t>Software University – High-Quality Education, </a:t>
            </a:r>
            <a:br>
              <a:rPr lang="en-US" sz="3197" dirty="0"/>
            </a:br>
            <a:r>
              <a:rPr lang="en-US" sz="3197" dirty="0"/>
              <a:t>Profession and Job for Software Developers</a:t>
            </a:r>
          </a:p>
          <a:p>
            <a:pPr lvl="1">
              <a:lnSpc>
                <a:spcPct val="100000"/>
              </a:lnSpc>
            </a:pPr>
            <a:r>
              <a:rPr lang="en-US" sz="2897" noProof="1">
                <a:hlinkClick r:id="rId3"/>
              </a:rPr>
              <a:t>softuni.bg</a:t>
            </a:r>
            <a:r>
              <a:rPr lang="en-US" sz="2897" noProof="1"/>
              <a:t> </a:t>
            </a:r>
          </a:p>
          <a:p>
            <a:pPr>
              <a:lnSpc>
                <a:spcPct val="100000"/>
              </a:lnSpc>
            </a:pPr>
            <a:r>
              <a:rPr lang="en-US" sz="3197" dirty="0"/>
              <a:t>Software University Foundation</a:t>
            </a:r>
            <a:endParaRPr lang="bg-BG" sz="3197" dirty="0"/>
          </a:p>
          <a:p>
            <a:pPr lvl="1">
              <a:lnSpc>
                <a:spcPct val="100000"/>
              </a:lnSpc>
            </a:pPr>
            <a:r>
              <a:rPr lang="en-US" sz="2997" noProof="1">
                <a:hlinkClick r:id="rId4"/>
              </a:rPr>
              <a:t>http://softuni.foundation/</a:t>
            </a:r>
            <a:endParaRPr lang="en-US" sz="2997" noProof="1"/>
          </a:p>
          <a:p>
            <a:pPr>
              <a:lnSpc>
                <a:spcPct val="100000"/>
              </a:lnSpc>
            </a:pPr>
            <a:r>
              <a:rPr lang="en-US" sz="3197" dirty="0"/>
              <a:t>Software University @ Facebook</a:t>
            </a:r>
          </a:p>
          <a:p>
            <a:pPr marL="989684" marR="0" lvl="1" indent="-380648" algn="l" defTabSz="1218072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320" algn="l"/>
              </a:tabLst>
              <a:defRPr/>
            </a:pPr>
            <a:r>
              <a:rPr kumimoji="0" lang="en-US" sz="2897" b="0" i="0" u="none" strike="noStrike" kern="1200" cap="none" spc="0" normalizeH="0" baseline="0" noProof="1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5"/>
              </a:rPr>
              <a:t>facebook.com/SoftwareUniversity</a:t>
            </a:r>
            <a:endParaRPr kumimoji="0" lang="en-US" sz="2897" b="0" i="0" u="none" strike="noStrike" kern="1200" cap="none" spc="0" normalizeH="0" baseline="0" noProof="1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>
              <a:lnSpc>
                <a:spcPct val="100000"/>
              </a:lnSpc>
            </a:pPr>
            <a:r>
              <a:rPr lang="en-US" sz="3197" dirty="0"/>
              <a:t>Software University Forums</a:t>
            </a:r>
          </a:p>
          <a:p>
            <a:pPr marL="989684" marR="0" lvl="1" indent="-380648" algn="l" defTabSz="1218072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320" algn="l"/>
              </a:tabLst>
              <a:defRPr/>
            </a:pPr>
            <a:r>
              <a:rPr lang="en-US" sz="2797" dirty="0">
                <a:hlinkClick r:id="rId6"/>
              </a:rPr>
              <a:t>forum.softuni.bg</a:t>
            </a:r>
            <a:endParaRPr lang="en-US" sz="2797" noProof="1"/>
          </a:p>
        </p:txBody>
      </p:sp>
      <p:pic>
        <p:nvPicPr>
          <p:cNvPr id="14" name="Picture 4">
            <a:hlinkClick r:id="rId7" tooltip="Software University @ Facebook"/>
            <a:extLst>
              <a:ext uri="{FF2B5EF4-FFF2-40B4-BE49-F238E27FC236}">
                <a16:creationId xmlns:a16="http://schemas.microsoft.com/office/drawing/2014/main" id="{0101C673-F197-4525-ADDC-FFD181E4E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58777" y="3608627"/>
            <a:ext cx="1118740" cy="1118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hlinkClick r:id="rId6" tooltip="Software University Discussion Forum"/>
            <a:extLst>
              <a:ext uri="{FF2B5EF4-FFF2-40B4-BE49-F238E27FC236}">
                <a16:creationId xmlns:a16="http://schemas.microsoft.com/office/drawing/2014/main" id="{A584039C-C3B0-4714-A6D0-181CA3D2DD2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5285" y="5017463"/>
            <a:ext cx="1042233" cy="1042233"/>
          </a:xfrm>
          <a:prstGeom prst="rect">
            <a:avLst/>
          </a:prstGeom>
        </p:spPr>
      </p:pic>
      <p:pic>
        <p:nvPicPr>
          <p:cNvPr id="16" name="Picture 15">
            <a:hlinkClick r:id="rId3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860" y="2384689"/>
            <a:ext cx="3226924" cy="42977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C5D9AB-27D1-4866-B85E-1728987FAEF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3229" y="1319424"/>
            <a:ext cx="1669839" cy="206515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/>
        </p:nvSpPr>
        <p:spPr>
          <a:xfrm>
            <a:off x="-3175" y="0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42" y="108873"/>
            <a:ext cx="9503571" cy="88265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</p:spTree>
    <p:extLst>
      <p:ext uri="{BB962C8B-B14F-4D97-AF65-F5344CB8AC3E}">
        <p14:creationId xmlns:p14="http://schemas.microsoft.com/office/powerpoint/2010/main" val="17952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2000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3334" y="5184001"/>
            <a:ext cx="3750563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6237" y="6130863"/>
            <a:ext cx="2950749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7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6237" y="5756628"/>
            <a:ext cx="2950749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7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6620" y="2609644"/>
            <a:ext cx="2788167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12" y="5918568"/>
            <a:ext cx="1829828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2938" y="5344181"/>
            <a:ext cx="2979920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7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2938" y="4851838"/>
            <a:ext cx="2979920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7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2938" y="2740914"/>
            <a:ext cx="4641710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038" y="1258272"/>
            <a:ext cx="11080750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7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8" y="321502"/>
            <a:ext cx="11080750" cy="882654"/>
          </a:xfrm>
        </p:spPr>
        <p:txBody>
          <a:bodyPr/>
          <a:lstStyle>
            <a:lvl1pPr algn="ctr" latinLnBrk="0">
              <a:defRPr sz="4797"/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13189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8611" y="867752"/>
            <a:ext cx="3551604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4949" y="5585916"/>
            <a:ext cx="10958928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7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4949" y="4704825"/>
            <a:ext cx="10958928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4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713459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49969" y="6507000"/>
            <a:ext cx="36731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353" y="1196125"/>
            <a:ext cx="11815018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3624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5335" y="253937"/>
            <a:ext cx="1915205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356" y="100750"/>
            <a:ext cx="971306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694196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9969" y="6507000"/>
            <a:ext cx="36731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5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5514" y="1121143"/>
            <a:ext cx="10126596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154" y="190268"/>
            <a:ext cx="2012812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619" y="100750"/>
            <a:ext cx="862327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 userDrawn="1"/>
        </p:nvGrpSpPr>
        <p:grpSpPr>
          <a:xfrm>
            <a:off x="185028" y="1868178"/>
            <a:ext cx="1937003" cy="3070349"/>
            <a:chOff x="3928039" y="1792355"/>
            <a:chExt cx="1830304" cy="29004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8059F9-1874-426D-8AF7-A12C21F37DD9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sz="1400"/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sz="1400" dirty="0"/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sz="1400" dirty="0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 sz="1400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 sz="1400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sz="140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sz="140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189FDA-9FE8-490B-8A70-2E941811021F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sz="140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 userDrawn="1"/>
        </p:nvCxnSpPr>
        <p:spPr>
          <a:xfrm flipH="1">
            <a:off x="673560" y="4203953"/>
            <a:ext cx="954955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645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9969" y="6507000"/>
            <a:ext cx="36731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5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126" y="1121143"/>
            <a:ext cx="10318987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154" y="190268"/>
            <a:ext cx="2012812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619" y="100750"/>
            <a:ext cx="862327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 userDrawn="1"/>
        </p:nvGrpSpPr>
        <p:grpSpPr>
          <a:xfrm>
            <a:off x="392704" y="3429001"/>
            <a:ext cx="1521652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sz="1400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sz="1400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sz="1400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 sz="1400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 sz="1400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sz="1400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sz="1400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sz="1400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818909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9969" y="6507000"/>
            <a:ext cx="36731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1" y="0"/>
            <a:ext cx="42935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024" y="1121143"/>
            <a:ext cx="11407090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024" y="100750"/>
            <a:ext cx="1140709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248838-4E67-439E-AE0A-0043D2CB04D6}"/>
              </a:ext>
            </a:extLst>
          </p:cNvPr>
          <p:cNvGrpSpPr/>
          <p:nvPr userDrawn="1"/>
        </p:nvGrpSpPr>
        <p:grpSpPr>
          <a:xfrm>
            <a:off x="108568" y="5591710"/>
            <a:ext cx="641582" cy="1016973"/>
            <a:chOff x="3928039" y="1792355"/>
            <a:chExt cx="1830304" cy="290046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0CFD6A-2427-49D5-846A-5F93601D4184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17B1AE5-5C36-4839-BA1F-B404EA44E701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sz="1400"/>
              </a:p>
            </p:txBody>
          </p:sp>
          <p:sp>
            <p:nvSpPr>
              <p:cNvPr id="43" name="Rectangle 5">
                <a:extLst>
                  <a:ext uri="{FF2B5EF4-FFF2-40B4-BE49-F238E27FC236}">
                    <a16:creationId xmlns:a16="http://schemas.microsoft.com/office/drawing/2014/main" id="{FB963D79-BB49-4A1D-BA66-EA0670C79BAE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sz="1400" dirty="0"/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6D7746D8-B913-493B-AAE9-25BC6893D40E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sz="1400" dirty="0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29031C02-E965-417B-8799-96061B14F30D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 sz="1400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26BFD8A6-BC99-4B16-BA10-08A9E5C681C0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 sz="1400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310277F-A78E-4FB9-9EA9-88BE4F1D585B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sz="140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2CF92B-C212-4542-83AE-A0058B5BB5EA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sz="140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3B4374-5C0D-461F-B3BD-78D99614D3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BC6FDE7-AEA1-4230-8433-4C088A0FF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4D1021D-07C7-4331-8FF6-36980A30978B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3B7FE99-95CF-45D5-966B-87A979B93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BBA69B-19FF-4ADB-A739-AD8136A5F0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FD1D86B-562B-40B2-8E46-34233EFEE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88C17BD-16A1-43C5-BFFA-2FF9174719E1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sz="140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3B910E-ACFC-4F28-8E28-F02E1588B8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57772B6-06C0-4F54-AA94-D3F92DA471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3370C1F-7876-4278-AB20-78F6CAA38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04237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9969" y="6507000"/>
            <a:ext cx="36731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073" y="1931154"/>
            <a:ext cx="10946680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7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52" y="1196126"/>
            <a:ext cx="11808021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036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0"/>
            <a:ext cx="12193624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5335" y="253937"/>
            <a:ext cx="1915205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356" y="100750"/>
            <a:ext cx="971306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36526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9969" y="6507000"/>
            <a:ext cx="36731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3522" y="3408497"/>
            <a:ext cx="2250471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15" y="1371604"/>
            <a:ext cx="9046877" cy="5207396"/>
          </a:xfrm>
        </p:spPr>
        <p:txBody>
          <a:bodyPr>
            <a:normAutofit/>
          </a:bodyPr>
          <a:lstStyle>
            <a:lvl1pPr marL="513888" indent="-513888" latinLnBrk="0">
              <a:buFont typeface="+mj-lt"/>
              <a:buAutoNum type="arabicPeriod"/>
              <a:defRPr sz="3599">
                <a:solidFill>
                  <a:schemeClr val="tx1"/>
                </a:solidFill>
              </a:defRPr>
            </a:lvl1pPr>
            <a:lvl2pPr>
              <a:defRPr sz="3399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3624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5335" y="253937"/>
            <a:ext cx="1915205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356" y="100750"/>
            <a:ext cx="971306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3665866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88825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24" tIns="60912" rIns="121824" bIns="609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9969" y="6462000"/>
            <a:ext cx="36731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0306" y="4824666"/>
            <a:ext cx="1868214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5088" y="5206774"/>
            <a:ext cx="95865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4319" y="1195931"/>
            <a:ext cx="5544153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352" y="1195931"/>
            <a:ext cx="5544154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3624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5335" y="253937"/>
            <a:ext cx="1915205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356" y="100750"/>
            <a:ext cx="971306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490603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9969" y="6444000"/>
            <a:ext cx="36731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7812" y="1353867"/>
            <a:ext cx="7424300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356" y="1355077"/>
            <a:ext cx="3888360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036" indent="0">
              <a:buNone/>
              <a:defRPr sz="3730"/>
            </a:lvl2pPr>
            <a:lvl3pPr marL="1218072" indent="0">
              <a:buNone/>
              <a:defRPr sz="3197"/>
            </a:lvl3pPr>
            <a:lvl4pPr marL="1827109" indent="0">
              <a:buNone/>
              <a:defRPr sz="2664"/>
            </a:lvl4pPr>
            <a:lvl5pPr marL="2436145" indent="0">
              <a:buNone/>
              <a:defRPr sz="2664"/>
            </a:lvl5pPr>
            <a:lvl6pPr marL="3045182" indent="0">
              <a:buNone/>
              <a:defRPr sz="2664"/>
            </a:lvl6pPr>
            <a:lvl7pPr marL="3654218" indent="0">
              <a:buNone/>
              <a:defRPr sz="2664"/>
            </a:lvl7pPr>
            <a:lvl8pPr marL="4263254" indent="0">
              <a:buNone/>
              <a:defRPr sz="2664"/>
            </a:lvl8pPr>
            <a:lvl9pPr marL="4872290" indent="0">
              <a:buNone/>
              <a:defRPr sz="2664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6703" y="1748999"/>
            <a:ext cx="239938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8713" y="1355073"/>
            <a:ext cx="47988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88825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3624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5335" y="253937"/>
            <a:ext cx="1915205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356" y="100750"/>
            <a:ext cx="971306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960079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2000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0971" y="6454759"/>
            <a:ext cx="11966883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u="sng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https://softuni.org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Copyrighted document. Unauthorized copy, reproduction or use is not permitted.</a:t>
            </a:r>
            <a:endParaRPr lang="en-US" sz="2399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18" y="2898831"/>
            <a:ext cx="2450970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1349" y="1702473"/>
            <a:ext cx="8312744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417" y="703245"/>
            <a:ext cx="5914831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578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4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4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154" y="190268"/>
            <a:ext cx="2012812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703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9969" y="6507000"/>
            <a:ext cx="36731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9" name="Picture Forum" descr="Forum icon">
            <a:hlinkClick r:id="rId2" tooltip="Software University Discussion Forum"/>
            <a:extLst>
              <a:ext uri="{FF2B5EF4-FFF2-40B4-BE49-F238E27FC236}">
                <a16:creationId xmlns:a16="http://schemas.microsoft.com/office/drawing/2014/main" id="{98C579AD-FAF5-4B28-9B52-5457F1E900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1609" y="5249556"/>
            <a:ext cx="969903" cy="965726"/>
          </a:xfrm>
          <a:prstGeom prst="rect">
            <a:avLst/>
          </a:prstGeom>
        </p:spPr>
      </p:pic>
      <p:pic>
        <p:nvPicPr>
          <p:cNvPr id="17" name="Picture Logo FB" descr="Facebook logo">
            <a:hlinkClick r:id="rId4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4714" y="3689937"/>
            <a:ext cx="1003693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6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689" y="1674000"/>
            <a:ext cx="119174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8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0087" y="2584290"/>
            <a:ext cx="2732243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370" y="1186308"/>
            <a:ext cx="8686327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7"/>
            </a:lvl1pPr>
            <a:lvl2pPr marL="989684" marR="0" indent="-380648" algn="l" defTabSz="1218072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320" algn="l"/>
              </a:tabLst>
              <a:defRPr sz="2799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2999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8"/>
              </a:rPr>
              <a:t>softuni.bg</a:t>
            </a:r>
            <a:r>
              <a:rPr lang="en-US" noProof="1"/>
              <a:t> </a:t>
            </a:r>
          </a:p>
          <a:p>
            <a:r>
              <a:rPr lang="en-US" sz="2999" noProof="0" dirty="0"/>
              <a:t>Software University Foundation</a:t>
            </a:r>
          </a:p>
          <a:p>
            <a:pPr lvl="1"/>
            <a:r>
              <a:rPr lang="en-US" noProof="1">
                <a:hlinkClick r:id="rId10"/>
              </a:rPr>
              <a:t>softuni.foundation</a:t>
            </a:r>
            <a:endParaRPr lang="en-US" noProof="1"/>
          </a:p>
          <a:p>
            <a:r>
              <a:rPr lang="en-US" sz="2999" noProof="0" dirty="0"/>
              <a:t>Software University @ Facebook</a:t>
            </a:r>
          </a:p>
          <a:p>
            <a:pPr lvl="1"/>
            <a:r>
              <a:rPr lang="en-US" noProof="1">
                <a:hlinkClick r:id="rId4"/>
              </a:rPr>
              <a:t>facebook.com/SoftwareUniversity</a:t>
            </a:r>
            <a:endParaRPr lang="en-US" noProof="1"/>
          </a:p>
          <a:p>
            <a:r>
              <a:rPr lang="en-US" sz="2999" noProof="0" dirty="0"/>
              <a:t>Software University Forums</a:t>
            </a:r>
          </a:p>
          <a:p>
            <a:pPr lvl="1"/>
            <a:r>
              <a:rPr lang="en-US" noProof="1">
                <a:hlinkClick r:id="rId2"/>
              </a:rPr>
              <a:t>forum.softuni.bg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5335" y="253937"/>
            <a:ext cx="1915205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41" y="108873"/>
            <a:ext cx="9740089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3692513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403F5F2-BA1B-4A39-A03D-AD9E046944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88768" y="6397197"/>
            <a:ext cx="808502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055373AC-9AA7-423B-BA00-BA1C74164DBD}" type="datetime1">
              <a:rPr lang="en-US" smtClean="0"/>
              <a:pPr/>
              <a:t>5/18/2020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2BCD1B1-3A00-45B1-B516-6B8E7FBC47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7270" y="6397197"/>
            <a:ext cx="10564533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902A4B2-CB08-42CE-A814-FBDF345C2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3400" y="6397197"/>
            <a:ext cx="428710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56" y="100750"/>
            <a:ext cx="9503571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363" y="1138844"/>
            <a:ext cx="11801748" cy="524290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3159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62" r:id="rId15"/>
    <p:sldLayoutId id="2147483703" r:id="rId16"/>
    <p:sldLayoutId id="2147483704" r:id="rId17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072" rtl="0" eaLnBrk="1" latinLnBrk="1" hangingPunct="1">
        <a:spcBef>
          <a:spcPct val="0"/>
        </a:spcBef>
        <a:buNone/>
        <a:defRPr sz="3997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6778" indent="-456778" algn="l" defTabSz="1218072" rtl="0" eaLnBrk="1" latinLnBrk="1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7" kern="1200">
          <a:solidFill>
            <a:schemeClr val="tx1"/>
          </a:solidFill>
          <a:latin typeface="+mn-lt"/>
          <a:ea typeface="+mn-ea"/>
          <a:cs typeface="+mn-cs"/>
        </a:defRPr>
      </a:lvl1pPr>
      <a:lvl2pPr marL="989684" indent="-380648" algn="l" defTabSz="1218072" rtl="0" eaLnBrk="1" latinLnBrk="1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7" kern="1200">
          <a:solidFill>
            <a:schemeClr val="tx1"/>
          </a:solidFill>
          <a:latin typeface="+mn-lt"/>
          <a:ea typeface="+mn-ea"/>
          <a:cs typeface="+mn-cs"/>
        </a:defRPr>
      </a:lvl2pPr>
      <a:lvl3pPr marL="1522591" indent="-304519" algn="l" defTabSz="1218072" rtl="0" eaLnBrk="1" latinLnBrk="1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7" kern="1200">
          <a:solidFill>
            <a:schemeClr val="tx1"/>
          </a:solidFill>
          <a:latin typeface="+mn-lt"/>
          <a:ea typeface="+mn-ea"/>
          <a:cs typeface="+mn-cs"/>
        </a:defRPr>
      </a:lvl3pPr>
      <a:lvl4pPr marL="2131627" indent="-304519" algn="l" defTabSz="1218072" rtl="0" eaLnBrk="1" latinLnBrk="1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7" kern="1200">
          <a:solidFill>
            <a:schemeClr val="tx1"/>
          </a:solidFill>
          <a:latin typeface="+mn-lt"/>
          <a:ea typeface="+mn-ea"/>
          <a:cs typeface="+mn-cs"/>
        </a:defRPr>
      </a:lvl4pPr>
      <a:lvl5pPr marL="2740663" indent="-304519" algn="l" defTabSz="1218072" rtl="0" eaLnBrk="1" latinLnBrk="1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7" kern="1200">
          <a:solidFill>
            <a:schemeClr val="tx1"/>
          </a:solidFill>
          <a:latin typeface="+mn-lt"/>
          <a:ea typeface="+mn-ea"/>
          <a:cs typeface="+mn-cs"/>
        </a:defRPr>
      </a:lvl5pPr>
      <a:lvl6pPr marL="3349699" indent="-304519" algn="l" defTabSz="1218072" rtl="0" eaLnBrk="1" latinLnBrk="1" hangingPunct="1">
        <a:spcBef>
          <a:spcPct val="20000"/>
        </a:spcBef>
        <a:buFont typeface="Arial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6pPr>
      <a:lvl7pPr marL="3958736" indent="-304519" algn="l" defTabSz="1218072" rtl="0" eaLnBrk="1" latinLnBrk="1" hangingPunct="1">
        <a:spcBef>
          <a:spcPct val="20000"/>
        </a:spcBef>
        <a:buFont typeface="Arial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7pPr>
      <a:lvl8pPr marL="4567772" indent="-304519" algn="l" defTabSz="1218072" rtl="0" eaLnBrk="1" latinLnBrk="1" hangingPunct="1">
        <a:spcBef>
          <a:spcPct val="20000"/>
        </a:spcBef>
        <a:buFont typeface="Arial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8pPr>
      <a:lvl9pPr marL="5176808" indent="-304519" algn="l" defTabSz="1218072" rtl="0" eaLnBrk="1" latinLnBrk="1" hangingPunct="1">
        <a:spcBef>
          <a:spcPct val="20000"/>
        </a:spcBef>
        <a:buFont typeface="Arial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1pPr>
      <a:lvl2pPr marL="609036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2pPr>
      <a:lvl3pPr marL="1218072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3pPr>
      <a:lvl4pPr marL="1827109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4pPr>
      <a:lvl5pPr marL="2436145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5pPr>
      <a:lvl6pPr marL="3045182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6pPr>
      <a:lvl7pPr marL="3654218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7pPr>
      <a:lvl8pPr marL="4263254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8pPr>
      <a:lvl9pPr marL="4872290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403F5F2-BA1B-4A39-A03D-AD9E046944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88768" y="6397197"/>
            <a:ext cx="808502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055373AC-9AA7-423B-BA00-BA1C74164DBD}" type="datetime1">
              <a:rPr lang="en-US" smtClean="0"/>
              <a:pPr/>
              <a:t>5/18/2020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2BCD1B1-3A00-45B1-B516-6B8E7FBC47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7270" y="6397197"/>
            <a:ext cx="10564533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902A4B2-CB08-42CE-A814-FBDF345C2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3400" y="6397197"/>
            <a:ext cx="428710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56" y="100750"/>
            <a:ext cx="9503571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363" y="1138844"/>
            <a:ext cx="11801748" cy="524290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7186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072" rtl="0" eaLnBrk="1" latinLnBrk="1" hangingPunct="1">
        <a:spcBef>
          <a:spcPct val="0"/>
        </a:spcBef>
        <a:buNone/>
        <a:defRPr sz="3997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6778" indent="-456778" algn="l" defTabSz="1218072" rtl="0" eaLnBrk="1" latinLnBrk="1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7" kern="1200">
          <a:solidFill>
            <a:schemeClr val="tx1"/>
          </a:solidFill>
          <a:latin typeface="+mn-lt"/>
          <a:ea typeface="+mn-ea"/>
          <a:cs typeface="+mn-cs"/>
        </a:defRPr>
      </a:lvl1pPr>
      <a:lvl2pPr marL="989684" indent="-380648" algn="l" defTabSz="1218072" rtl="0" eaLnBrk="1" latinLnBrk="1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7" kern="1200">
          <a:solidFill>
            <a:schemeClr val="tx1"/>
          </a:solidFill>
          <a:latin typeface="+mn-lt"/>
          <a:ea typeface="+mn-ea"/>
          <a:cs typeface="+mn-cs"/>
        </a:defRPr>
      </a:lvl2pPr>
      <a:lvl3pPr marL="1522591" indent="-304519" algn="l" defTabSz="1218072" rtl="0" eaLnBrk="1" latinLnBrk="1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7" kern="1200">
          <a:solidFill>
            <a:schemeClr val="tx1"/>
          </a:solidFill>
          <a:latin typeface="+mn-lt"/>
          <a:ea typeface="+mn-ea"/>
          <a:cs typeface="+mn-cs"/>
        </a:defRPr>
      </a:lvl3pPr>
      <a:lvl4pPr marL="2131627" indent="-304519" algn="l" defTabSz="1218072" rtl="0" eaLnBrk="1" latinLnBrk="1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7" kern="1200">
          <a:solidFill>
            <a:schemeClr val="tx1"/>
          </a:solidFill>
          <a:latin typeface="+mn-lt"/>
          <a:ea typeface="+mn-ea"/>
          <a:cs typeface="+mn-cs"/>
        </a:defRPr>
      </a:lvl4pPr>
      <a:lvl5pPr marL="2740663" indent="-304519" algn="l" defTabSz="1218072" rtl="0" eaLnBrk="1" latinLnBrk="1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7" kern="1200">
          <a:solidFill>
            <a:schemeClr val="tx1"/>
          </a:solidFill>
          <a:latin typeface="+mn-lt"/>
          <a:ea typeface="+mn-ea"/>
          <a:cs typeface="+mn-cs"/>
        </a:defRPr>
      </a:lvl5pPr>
      <a:lvl6pPr marL="3349699" indent="-304519" algn="l" defTabSz="1218072" rtl="0" eaLnBrk="1" latinLnBrk="1" hangingPunct="1">
        <a:spcBef>
          <a:spcPct val="20000"/>
        </a:spcBef>
        <a:buFont typeface="Arial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6pPr>
      <a:lvl7pPr marL="3958736" indent="-304519" algn="l" defTabSz="1218072" rtl="0" eaLnBrk="1" latinLnBrk="1" hangingPunct="1">
        <a:spcBef>
          <a:spcPct val="20000"/>
        </a:spcBef>
        <a:buFont typeface="Arial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7pPr>
      <a:lvl8pPr marL="4567772" indent="-304519" algn="l" defTabSz="1218072" rtl="0" eaLnBrk="1" latinLnBrk="1" hangingPunct="1">
        <a:spcBef>
          <a:spcPct val="20000"/>
        </a:spcBef>
        <a:buFont typeface="Arial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8pPr>
      <a:lvl9pPr marL="5176808" indent="-304519" algn="l" defTabSz="1218072" rtl="0" eaLnBrk="1" latinLnBrk="1" hangingPunct="1">
        <a:spcBef>
          <a:spcPct val="20000"/>
        </a:spcBef>
        <a:buFont typeface="Arial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1pPr>
      <a:lvl2pPr marL="609036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2pPr>
      <a:lvl3pPr marL="1218072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3pPr>
      <a:lvl4pPr marL="1827109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4pPr>
      <a:lvl5pPr marL="2436145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5pPr>
      <a:lvl6pPr marL="3045182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6pPr>
      <a:lvl7pPr marL="3654218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7pPr>
      <a:lvl8pPr marL="4263254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8pPr>
      <a:lvl9pPr marL="4872290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b="1672"/>
          <a:stretch/>
        </p:blipFill>
        <p:spPr>
          <a:xfrm>
            <a:off x="0" y="2"/>
            <a:ext cx="12188825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354" y="1138844"/>
            <a:ext cx="11801756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56" y="100750"/>
            <a:ext cx="11801755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4767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072" rtl="0" eaLnBrk="1" latinLnBrk="0" hangingPunct="1">
        <a:spcBef>
          <a:spcPct val="0"/>
        </a:spcBef>
        <a:buNone/>
        <a:defRPr sz="3997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255" indent="-360255" algn="l" defTabSz="1218072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7" kern="1200">
          <a:solidFill>
            <a:schemeClr val="tx1"/>
          </a:solidFill>
          <a:latin typeface="+mn-lt"/>
          <a:ea typeface="+mn-ea"/>
          <a:cs typeface="+mn-cs"/>
        </a:defRPr>
      </a:lvl1pPr>
      <a:lvl2pPr marL="803034" indent="-360255" algn="l" defTabSz="1218072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7" kern="1200">
          <a:solidFill>
            <a:schemeClr val="tx1"/>
          </a:solidFill>
          <a:latin typeface="+mn-lt"/>
          <a:ea typeface="+mn-ea"/>
          <a:cs typeface="+mn-cs"/>
        </a:defRPr>
      </a:lvl2pPr>
      <a:lvl3pPr marL="1255336" indent="-360255" algn="l" defTabSz="1218072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7" kern="1200">
          <a:solidFill>
            <a:schemeClr val="tx1"/>
          </a:solidFill>
          <a:latin typeface="+mn-lt"/>
          <a:ea typeface="+mn-ea"/>
          <a:cs typeface="+mn-cs"/>
        </a:defRPr>
      </a:lvl3pPr>
      <a:lvl4pPr marL="1699703" indent="-352319" algn="l" defTabSz="1218072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7" kern="1200">
          <a:solidFill>
            <a:schemeClr val="tx1"/>
          </a:solidFill>
          <a:latin typeface="+mn-lt"/>
          <a:ea typeface="+mn-ea"/>
          <a:cs typeface="+mn-cs"/>
        </a:defRPr>
      </a:lvl4pPr>
      <a:lvl5pPr marL="2058370" indent="-266620" algn="l" defTabSz="1218072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7" kern="1200">
          <a:solidFill>
            <a:schemeClr val="tx1"/>
          </a:solidFill>
          <a:latin typeface="+mn-lt"/>
          <a:ea typeface="+mn-ea"/>
          <a:cs typeface="+mn-cs"/>
        </a:defRPr>
      </a:lvl5pPr>
      <a:lvl6pPr marL="3349699" indent="-304519" algn="l" defTabSz="1218072" rtl="0" eaLnBrk="1" latinLnBrk="1" hangingPunct="1">
        <a:spcBef>
          <a:spcPct val="20000"/>
        </a:spcBef>
        <a:buFont typeface="Arial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6pPr>
      <a:lvl7pPr marL="3958736" indent="-304519" algn="l" defTabSz="1218072" rtl="0" eaLnBrk="1" latinLnBrk="1" hangingPunct="1">
        <a:spcBef>
          <a:spcPct val="20000"/>
        </a:spcBef>
        <a:buFont typeface="Arial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7pPr>
      <a:lvl8pPr marL="4567772" indent="-304519" algn="l" defTabSz="1218072" rtl="0" eaLnBrk="1" latinLnBrk="1" hangingPunct="1">
        <a:spcBef>
          <a:spcPct val="20000"/>
        </a:spcBef>
        <a:buFont typeface="Arial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8pPr>
      <a:lvl9pPr marL="5176808" indent="-304519" algn="l" defTabSz="1218072" rtl="0" eaLnBrk="1" latinLnBrk="1" hangingPunct="1">
        <a:spcBef>
          <a:spcPct val="20000"/>
        </a:spcBef>
        <a:buFont typeface="Arial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1pPr>
      <a:lvl2pPr marL="609036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2pPr>
      <a:lvl3pPr marL="1218072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3pPr>
      <a:lvl4pPr marL="1827109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4pPr>
      <a:lvl5pPr marL="2436145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5pPr>
      <a:lvl6pPr marL="3045182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6pPr>
      <a:lvl7pPr marL="3654218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7pPr>
      <a:lvl8pPr marL="4263254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8pPr>
      <a:lvl9pPr marL="4872290" algn="l" defTabSz="1218072" rtl="0" eaLnBrk="1" latinLnBrk="1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nu.org/software/sed/manual/sed.html" TargetMode="External"/><Relationship Id="rId3" Type="http://schemas.openxmlformats.org/officeDocument/2006/relationships/hyperlink" Target="http://linuxcommand.org/tlcl.php" TargetMode="External"/><Relationship Id="rId7" Type="http://schemas.openxmlformats.org/officeDocument/2006/relationships/hyperlink" Target="https://vim-adventures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www.vim.org/" TargetMode="External"/><Relationship Id="rId5" Type="http://schemas.openxmlformats.org/officeDocument/2006/relationships/hyperlink" Target="https://www.gnu.org/software/bash/manual/html_node/index.html" TargetMode="External"/><Relationship Id="rId4" Type="http://schemas.openxmlformats.org/officeDocument/2006/relationships/hyperlink" Target="http://tldp.org/LDP/Bash-Beginners-Guide/html/index.html" TargetMode="External"/><Relationship Id="rId9" Type="http://schemas.openxmlformats.org/officeDocument/2006/relationships/image" Target="../media/image2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hyperlink" Target="http://www.postbank.bg/" TargetMode="External"/><Relationship Id="rId18" Type="http://schemas.openxmlformats.org/officeDocument/2006/relationships/image" Target="../media/image74.png"/><Relationship Id="rId26" Type="http://schemas.openxmlformats.org/officeDocument/2006/relationships/image" Target="../media/image78.png"/><Relationship Id="rId3" Type="http://schemas.openxmlformats.org/officeDocument/2006/relationships/hyperlink" Target="https://www.superhosting.bg/?gclid=CjwKCAjw5fzrBRASEiwAD2OSV2HM9vD3KXFwexq_hE27VNo1Gx0yBWBbYg7Ef677GKVaQu7Vn2bX7hoCIkoQAvD_BwE" TargetMode="External"/><Relationship Id="rId21" Type="http://schemas.openxmlformats.org/officeDocument/2006/relationships/hyperlink" Target="http://www.telenor.bg/" TargetMode="External"/><Relationship Id="rId7" Type="http://schemas.openxmlformats.org/officeDocument/2006/relationships/hyperlink" Target="http://www.infragistics.com/" TargetMode="External"/><Relationship Id="rId12" Type="http://schemas.openxmlformats.org/officeDocument/2006/relationships/image" Target="../media/image71.png"/><Relationship Id="rId17" Type="http://schemas.openxmlformats.org/officeDocument/2006/relationships/hyperlink" Target="https://netpeak.bg/" TargetMode="External"/><Relationship Id="rId25" Type="http://schemas.openxmlformats.org/officeDocument/2006/relationships/hyperlink" Target="http://www.xs-software.com/" TargetMode="External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73.png"/><Relationship Id="rId20" Type="http://schemas.openxmlformats.org/officeDocument/2006/relationships/image" Target="../media/image7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8.jpeg"/><Relationship Id="rId11" Type="http://schemas.openxmlformats.org/officeDocument/2006/relationships/hyperlink" Target="https://motion-software.com/" TargetMode="External"/><Relationship Id="rId24" Type="http://schemas.openxmlformats.org/officeDocument/2006/relationships/image" Target="../media/image77.png"/><Relationship Id="rId5" Type="http://schemas.openxmlformats.org/officeDocument/2006/relationships/hyperlink" Target="https://stemo.bg/en/" TargetMode="External"/><Relationship Id="rId15" Type="http://schemas.openxmlformats.org/officeDocument/2006/relationships/hyperlink" Target="http://smartit.bg/" TargetMode="External"/><Relationship Id="rId23" Type="http://schemas.openxmlformats.org/officeDocument/2006/relationships/hyperlink" Target="https://www.sbtech.com/" TargetMode="External"/><Relationship Id="rId10" Type="http://schemas.openxmlformats.org/officeDocument/2006/relationships/image" Target="../media/image70.png"/><Relationship Id="rId19" Type="http://schemas.openxmlformats.org/officeDocument/2006/relationships/hyperlink" Target="https://www.softwaregroup.com/" TargetMode="External"/><Relationship Id="rId4" Type="http://schemas.openxmlformats.org/officeDocument/2006/relationships/image" Target="../media/image67.png"/><Relationship Id="rId9" Type="http://schemas.openxmlformats.org/officeDocument/2006/relationships/hyperlink" Target="https://www.indeavr.com/en" TargetMode="External"/><Relationship Id="rId14" Type="http://schemas.openxmlformats.org/officeDocument/2006/relationships/image" Target="../media/image72.png"/><Relationship Id="rId22" Type="http://schemas.openxmlformats.org/officeDocument/2006/relationships/image" Target="../media/image76.pn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ukanet.com/" TargetMode="External"/><Relationship Id="rId3" Type="http://schemas.openxmlformats.org/officeDocument/2006/relationships/image" Target="../media/image79.jpeg"/><Relationship Id="rId7" Type="http://schemas.openxmlformats.org/officeDocument/2006/relationships/image" Target="../media/image8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www.world-of-myths.com/" TargetMode="External"/><Relationship Id="rId5" Type="http://schemas.openxmlformats.org/officeDocument/2006/relationships/image" Target="../media/image80.png"/><Relationship Id="rId4" Type="http://schemas.openxmlformats.org/officeDocument/2006/relationships/hyperlink" Target="https://www.onebitsoftware.net/" TargetMode="External"/><Relationship Id="rId9" Type="http://schemas.openxmlformats.org/officeDocument/2006/relationships/image" Target="../media/image82.gif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3.png"/><Relationship Id="rId4" Type="http://schemas.openxmlformats.org/officeDocument/2006/relationships/hyperlink" Target="https://softuni.bg/" TargetMode="Externa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7" Type="http://schemas.openxmlformats.org/officeDocument/2006/relationships/hyperlink" Target="https://forum.softuni.bg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www.facebook.com/SoftwareUniversity" TargetMode="External"/><Relationship Id="rId5" Type="http://schemas.openxmlformats.org/officeDocument/2006/relationships/hyperlink" Target="https://softuni.foundation/" TargetMode="External"/><Relationship Id="rId4" Type="http://schemas.openxmlformats.org/officeDocument/2006/relationships/hyperlink" Target="https://softuni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mpany Web Site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https://softuni.org</a:t>
            </a:r>
            <a:endParaRPr lang="en-US" dirty="0"/>
          </a:p>
        </p:txBody>
      </p:sp>
      <p:sp>
        <p:nvSpPr>
          <p:cNvPr id="11" name="Company Name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Software University</a:t>
            </a:r>
          </a:p>
        </p:txBody>
      </p:sp>
      <p:sp>
        <p:nvSpPr>
          <p:cNvPr id="10" name="Author Position">
            <a:extLst>
              <a:ext uri="{FF2B5EF4-FFF2-40B4-BE49-F238E27FC236}">
                <a16:creationId xmlns:a16="http://schemas.microsoft.com/office/drawing/2014/main" id="{F585BC4C-0F13-4FD4-8F23-99FD466183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Technical Trainers</a:t>
            </a:r>
          </a:p>
        </p:txBody>
      </p:sp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SoftUni Team</a:t>
            </a:r>
          </a:p>
        </p:txBody>
      </p:sp>
      <p:sp>
        <p:nvSpPr>
          <p:cNvPr id="3" name="Presentation Subtitle">
            <a:extLst>
              <a:ext uri="{FF2B5EF4-FFF2-40B4-BE49-F238E27FC236}">
                <a16:creationId xmlns:a16="http://schemas.microsoft.com/office/drawing/2014/main" id="{A004DC04-DA2A-41C0-8578-4B8D2F08EA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Command Sequences. Streams. Text Editing. Searching For and Within Files. SUDO Management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Advanced Console Techniques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CA6EB7-56CD-4998-866C-FE91AB892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54" y="2082818"/>
            <a:ext cx="2707858" cy="270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810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41AF62-65D2-47C8-ACCC-4D20F874D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Have Questions?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C3D611-83A9-4DFF-BD0D-AE6061924E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14DD1E-5D91-48A3-AD6D-45FBA980D10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7513" y="1676400"/>
            <a:ext cx="113537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sli.do</a:t>
            </a:r>
            <a:endParaRPr kumimoji="0" lang="bg-BG" sz="6600" b="1" i="0" u="none" strike="noStrike" kern="1200" cap="none" spc="0" normalizeH="0" baseline="0" noProof="0" dirty="0">
              <a:ln>
                <a:noFill/>
              </a:ln>
              <a:solidFill>
                <a:srgbClr val="FFA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7513" y="2743200"/>
            <a:ext cx="113537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#Linux-Admin</a:t>
            </a:r>
            <a:endParaRPr kumimoji="0" lang="bg-BG" sz="6600" b="1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FB9AD1-ADD5-4D0E-8697-8F9AC266A083}"/>
              </a:ext>
            </a:extLst>
          </p:cNvPr>
          <p:cNvSpPr txBox="1"/>
          <p:nvPr/>
        </p:nvSpPr>
        <p:spPr>
          <a:xfrm>
            <a:off x="400594" y="4014557"/>
            <a:ext cx="113707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facebook.com</a:t>
            </a:r>
            <a:endParaRPr kumimoji="0" lang="bg-BG" sz="6600" b="1" i="0" u="none" strike="noStrike" kern="1200" cap="none" spc="0" normalizeH="0" baseline="0" noProof="0" dirty="0">
              <a:ln>
                <a:noFill/>
              </a:ln>
              <a:solidFill>
                <a:srgbClr val="FFA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F1EF36-6894-4DF5-88AE-7CAB1EB19FFC}"/>
              </a:ext>
            </a:extLst>
          </p:cNvPr>
          <p:cNvSpPr txBox="1"/>
          <p:nvPr/>
        </p:nvSpPr>
        <p:spPr>
          <a:xfrm>
            <a:off x="351903" y="5068040"/>
            <a:ext cx="114850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8987"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/groups</a:t>
            </a:r>
            <a:r>
              <a:rPr lang="en-US" sz="4000" b="1" kern="1200" dirty="0">
                <a:solidFill>
                  <a:srgbClr val="234465"/>
                </a:solidFill>
                <a:latin typeface="Calibri" panose="020F0502020204030204"/>
                <a:ea typeface="+mn-ea"/>
                <a:cs typeface="+mn-cs"/>
              </a:rPr>
              <a:t>/LinuxSystemAdministrationMay2020/</a:t>
            </a:r>
            <a:endParaRPr kumimoji="0" lang="bg-BG" sz="4000" b="1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5272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41AF62-65D2-47C8-ACCC-4D20F874D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Progress</a:t>
            </a:r>
            <a:r>
              <a:rPr lang="bg-BG" dirty="0"/>
              <a:t> (</a:t>
            </a:r>
            <a:r>
              <a:rPr lang="en-US" dirty="0"/>
              <a:t>as of 17:00)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C3D611-83A9-4DFF-BD0D-AE6061924E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A58F16C-2B8D-4345-BEE3-9ACBF1EF9D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0705329"/>
              </p:ext>
            </p:extLst>
          </p:nvPr>
        </p:nvGraphicFramePr>
        <p:xfrm>
          <a:off x="2031470" y="1295399"/>
          <a:ext cx="8125883" cy="51017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01684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29B28C-47EF-4462-BD8A-2534909095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Previous Module (M2)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9D6304-113E-4387-B4AD-B5D71C46D4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Quick Overview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BC5447-024A-4A72-AAD7-39B06FD947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6088" y="686514"/>
            <a:ext cx="3809008" cy="380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116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BA88C-C72C-46FC-B1CD-F9B946D90B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4000"/>
              </a:lnSpc>
            </a:pPr>
            <a:r>
              <a:rPr lang="en-US" dirty="0"/>
              <a:t>Console Deep Dive</a:t>
            </a:r>
          </a:p>
          <a:p>
            <a:pPr>
              <a:lnSpc>
                <a:spcPts val="4000"/>
              </a:lnSpc>
            </a:pPr>
            <a:r>
              <a:rPr lang="en-US" dirty="0"/>
              <a:t>Getting Help</a:t>
            </a:r>
          </a:p>
          <a:p>
            <a:pPr>
              <a:lnSpc>
                <a:spcPts val="4000"/>
              </a:lnSpc>
            </a:pPr>
            <a:r>
              <a:rPr lang="en-US" dirty="0"/>
              <a:t>Files and Folders</a:t>
            </a:r>
          </a:p>
          <a:p>
            <a:pPr>
              <a:lnSpc>
                <a:spcPts val="4000"/>
              </a:lnSpc>
            </a:pPr>
            <a:r>
              <a:rPr lang="en-US" dirty="0"/>
              <a:t>Users and Groups</a:t>
            </a:r>
          </a:p>
          <a:p>
            <a:pPr>
              <a:lnSpc>
                <a:spcPts val="4000"/>
              </a:lnSpc>
            </a:pPr>
            <a:r>
              <a:rPr lang="en-US" dirty="0"/>
              <a:t>Access Rights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141AF62-65D2-47C8-ACCC-4D20F874D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Covered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C3D611-83A9-4DFF-BD0D-AE6061924E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761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3E2A05-BDA4-430D-B3B4-5639B1B634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This Module (M3)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40713C-FE01-44E2-B339-9AA0CE4A12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Topics and Lab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3573638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9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190413" y="1191467"/>
            <a:ext cx="11804822" cy="5530010"/>
          </a:xfrm>
        </p:spPr>
        <p:txBody>
          <a:bodyPr>
            <a:normAutofit/>
          </a:bodyPr>
          <a:lstStyle/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/>
              <a:t>Working with Input / Output streams</a:t>
            </a:r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/>
              <a:t>Executing command sequences</a:t>
            </a:r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/>
              <a:t>Working with text editors and files</a:t>
            </a:r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/>
              <a:t>Using simple regular expressions</a:t>
            </a:r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/>
              <a:t>Searching for files</a:t>
            </a:r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/>
              <a:t>SUDO management</a:t>
            </a:r>
          </a:p>
          <a:p>
            <a:pPr marL="0" indent="0">
              <a:lnSpc>
                <a:spcPts val="4000"/>
              </a:lnSpc>
              <a:buNone/>
            </a:pPr>
            <a:endParaRPr lang="en-US" dirty="0"/>
          </a:p>
        </p:txBody>
      </p:sp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Table of Contents</a:t>
            </a:r>
            <a:endParaRPr lang="bg-BG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4" descr="A drawing of a cartoon character&#10;&#10;Description generated with high confidence">
            <a:extLst>
              <a:ext uri="{FF2B5EF4-FFF2-40B4-BE49-F238E27FC236}">
                <a16:creationId xmlns:a16="http://schemas.microsoft.com/office/drawing/2014/main" id="{8A4321C1-0DAC-40C4-A4A0-54B7CB9291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23072" y="1371600"/>
            <a:ext cx="3572162" cy="438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482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419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6B8DDC8-6397-415E-BD3E-3A4DB9C530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5156" b="37778"/>
          <a:stretch/>
        </p:blipFill>
        <p:spPr>
          <a:xfrm>
            <a:off x="1979612" y="1676400"/>
            <a:ext cx="8229600" cy="4267200"/>
          </a:xfrm>
          <a:prstGeom prst="rect">
            <a:avLst/>
          </a:prstGeom>
        </p:spPr>
      </p:pic>
      <p:sp>
        <p:nvSpPr>
          <p:cNvPr id="148" name="Shape 1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07972" tIns="35991" rIns="107972" bIns="35991" rtlCol="0" anchor="ctr" anchorCtr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rgbClr val="F3BE60"/>
              </a:buClr>
              <a:buSzPts val="4000"/>
            </a:pPr>
            <a:r>
              <a:rPr lang="en-US" dirty="0"/>
              <a:t>Lab Infrastructure</a:t>
            </a:r>
            <a:endParaRPr dirty="0"/>
          </a:p>
        </p:txBody>
      </p:sp>
      <p:sp>
        <p:nvSpPr>
          <p:cNvPr id="146" name="Shape 146"/>
          <p:cNvSpPr txBox="1">
            <a:spLocks noGrp="1"/>
          </p:cNvSpPr>
          <p:nvPr>
            <p:ph type="sldNum" sz="quarter" idx="1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35991" tIns="35991" rIns="35991" bIns="35991" rtlCol="0" anchor="ctr" anchorCtr="0">
            <a:noAutofit/>
          </a:bodyPr>
          <a:lstStyle/>
          <a:p>
            <a:fld id="{00000000-1234-1234-1234-123412341234}" type="slidenum"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pPr/>
              <a:t>8</a:t>
            </a:fld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86CCDBF-6F30-4C9B-87E5-EE36F913205C}"/>
              </a:ext>
            </a:extLst>
          </p:cNvPr>
          <p:cNvSpPr/>
          <p:nvPr/>
        </p:nvSpPr>
        <p:spPr bwMode="auto">
          <a:xfrm>
            <a:off x="5408612" y="1295400"/>
            <a:ext cx="2672165" cy="2672165"/>
          </a:xfrm>
          <a:prstGeom prst="ellipse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99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0225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5D70F-5DF1-4034-99F0-3E1CA90B40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Input / Output Streams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B6F52F-0BDC-475E-A543-A2EDAAB630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Standard File Descriptors. Redirection</a:t>
            </a:r>
          </a:p>
        </p:txBody>
      </p:sp>
    </p:spTree>
    <p:extLst>
      <p:ext uri="{BB962C8B-B14F-4D97-AF65-F5344CB8AC3E}">
        <p14:creationId xmlns:p14="http://schemas.microsoft.com/office/powerpoint/2010/main" val="838213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File Descriptors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2132012" y="2057400"/>
            <a:ext cx="2743200" cy="3962400"/>
            <a:chOff x="1522412" y="2133600"/>
            <a:chExt cx="2743200" cy="3962400"/>
          </a:xfrm>
          <a:solidFill>
            <a:schemeClr val="accent6"/>
          </a:solidFill>
        </p:grpSpPr>
        <p:sp>
          <p:nvSpPr>
            <p:cNvPr id="5" name="Rectangle 4"/>
            <p:cNvSpPr/>
            <p:nvPr/>
          </p:nvSpPr>
          <p:spPr>
            <a:xfrm>
              <a:off x="1522412" y="2133600"/>
              <a:ext cx="2743200" cy="3962400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r"/>
              <a:r>
                <a:rPr lang="en-US" sz="2800" dirty="0">
                  <a:solidFill>
                    <a:schemeClr val="tx1"/>
                  </a:solidFill>
                </a:rPr>
                <a:t>Terminal</a:t>
              </a:r>
              <a:endParaRPr lang="bg-BG" sz="2800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712912" y="2312051"/>
              <a:ext cx="2362200" cy="1243299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Monitor</a:t>
              </a:r>
              <a:endParaRPr lang="bg-BG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712912" y="3733800"/>
              <a:ext cx="2362200" cy="1243299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Keyboard</a:t>
              </a:r>
              <a:endParaRPr lang="bg-BG" sz="28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Rectangle 7"/>
          <p:cNvSpPr/>
          <p:nvPr/>
        </p:nvSpPr>
        <p:spPr>
          <a:xfrm>
            <a:off x="7277198" y="2057400"/>
            <a:ext cx="2743200" cy="2843499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Application</a:t>
            </a:r>
            <a:endParaRPr lang="bg-BG" sz="2800" b="1" dirty="0">
              <a:solidFill>
                <a:schemeClr val="tx1"/>
              </a:solidFill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5047911" y="4132873"/>
            <a:ext cx="2057400" cy="292752"/>
          </a:xfrm>
          <a:prstGeom prst="rightArrow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#0 </a:t>
            </a:r>
            <a:r>
              <a:rPr lang="en-US" sz="2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stdin</a:t>
            </a:r>
            <a:endParaRPr lang="en-US" sz="28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endParaRPr lang="bg-BG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Left Arrow 20"/>
          <p:cNvSpPr/>
          <p:nvPr/>
        </p:nvSpPr>
        <p:spPr>
          <a:xfrm>
            <a:off x="5042012" y="3048001"/>
            <a:ext cx="2033700" cy="280702"/>
          </a:xfrm>
          <a:prstGeom prst="leftArrow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#1 </a:t>
            </a:r>
            <a:r>
              <a:rPr lang="en-US" sz="2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stdout</a:t>
            </a:r>
            <a:endParaRPr lang="en-US" sz="28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endParaRPr lang="bg-BG" sz="28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Left Arrow 21"/>
          <p:cNvSpPr/>
          <p:nvPr/>
        </p:nvSpPr>
        <p:spPr>
          <a:xfrm>
            <a:off x="5042012" y="2432377"/>
            <a:ext cx="2033700" cy="280702"/>
          </a:xfrm>
          <a:prstGeom prst="leftArrow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#2 </a:t>
            </a:r>
            <a:r>
              <a:rPr lang="en-US" sz="2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stderr</a:t>
            </a:r>
            <a:endParaRPr lang="en-US" sz="28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endParaRPr lang="bg-BG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633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8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Description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Redirect input stream (</a:t>
            </a:r>
            <a:r>
              <a:rPr lang="en-US" b="1" dirty="0">
                <a:solidFill>
                  <a:schemeClr val="bg1"/>
                </a:solidFill>
              </a:rPr>
              <a:t>stdin</a:t>
            </a:r>
            <a:r>
              <a:rPr lang="en-US" dirty="0"/>
              <a:t>). Usually it is omitted</a:t>
            </a:r>
          </a:p>
          <a:p>
            <a:pPr>
              <a:lnSpc>
                <a:spcPct val="100000"/>
              </a:lnSpc>
            </a:pPr>
            <a:r>
              <a:rPr lang="en-US" dirty="0"/>
              <a:t>Example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Redirect input (&lt;)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3200400"/>
            <a:ext cx="11049000" cy="31242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cat &lt; hello.txt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Hello!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...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cat hello.txt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Hello!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...</a:t>
            </a:r>
          </a:p>
          <a:p>
            <a:endParaRPr lang="en-US" sz="300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48951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Description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Redirect output streams (</a:t>
            </a:r>
            <a:r>
              <a:rPr lang="en-US" b="1" dirty="0" err="1">
                <a:solidFill>
                  <a:schemeClr val="bg1"/>
                </a:solidFill>
              </a:rPr>
              <a:t>stdout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or </a:t>
            </a:r>
            <a:r>
              <a:rPr lang="en-US" b="1" dirty="0">
                <a:solidFill>
                  <a:schemeClr val="bg1"/>
                </a:solidFill>
              </a:rPr>
              <a:t>stderr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) </a:t>
            </a:r>
            <a:r>
              <a:rPr lang="en-US" dirty="0"/>
              <a:t>with target overwrite</a:t>
            </a:r>
          </a:p>
          <a:p>
            <a:pPr>
              <a:lnSpc>
                <a:spcPct val="100000"/>
              </a:lnSpc>
            </a:pPr>
            <a:r>
              <a:rPr lang="en-US" dirty="0"/>
              <a:t>Example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Redirect output (&gt;)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3200400"/>
            <a:ext cx="11049000" cy="31242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echo 'Hello!' &gt; hello.txt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...</a:t>
            </a:r>
          </a:p>
          <a:p>
            <a:endParaRPr lang="en-US" sz="3000" b="0" dirty="0">
              <a:solidFill>
                <a:schemeClr val="tx1"/>
              </a:solidFill>
              <a:effectLst/>
            </a:endParaRP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cat hello.txt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Hello!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04632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Description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Redirect output streams (</a:t>
            </a:r>
            <a:r>
              <a:rPr lang="en-US" b="1" dirty="0" err="1">
                <a:solidFill>
                  <a:schemeClr val="bg1"/>
                </a:solidFill>
              </a:rPr>
              <a:t>stdout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or </a:t>
            </a:r>
            <a:r>
              <a:rPr lang="en-US" b="1" dirty="0">
                <a:solidFill>
                  <a:schemeClr val="bg1"/>
                </a:solidFill>
              </a:rPr>
              <a:t>stderr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) </a:t>
            </a:r>
            <a:r>
              <a:rPr lang="en-US" dirty="0"/>
              <a:t>with target append</a:t>
            </a:r>
          </a:p>
          <a:p>
            <a:pPr>
              <a:lnSpc>
                <a:spcPct val="100000"/>
              </a:lnSpc>
            </a:pPr>
            <a:r>
              <a:rPr lang="en-US" dirty="0"/>
              <a:t>Example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Redirect output with append (&gt;&gt;)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3200400"/>
            <a:ext cx="11049000" cy="31242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cat file.txt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Line #1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echo 'Line #2' &gt;&gt; file.txt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cat file.txt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Line #1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Line #2</a:t>
            </a:r>
          </a:p>
        </p:txBody>
      </p:sp>
    </p:spTree>
    <p:extLst>
      <p:ext uri="{BB962C8B-B14F-4D97-AF65-F5344CB8AC3E}">
        <p14:creationId xmlns:p14="http://schemas.microsoft.com/office/powerpoint/2010/main" val="280562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Description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(Dis)allow existing regular files to be overwritten by redirection</a:t>
            </a:r>
          </a:p>
          <a:p>
            <a:pPr>
              <a:lnSpc>
                <a:spcPct val="100000"/>
              </a:lnSpc>
            </a:pPr>
            <a:r>
              <a:rPr lang="en-US" dirty="0"/>
              <a:t>Example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-/+o </a:t>
            </a:r>
            <a:r>
              <a:rPr lang="en-US" dirty="0" err="1"/>
              <a:t>noclobber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3200400"/>
            <a:ext cx="11049000" cy="31242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set -o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noclobber</a:t>
            </a:r>
            <a:endParaRPr lang="en-US" sz="3000" dirty="0">
              <a:solidFill>
                <a:schemeClr val="tx1"/>
              </a:solidFill>
              <a:effectLst/>
            </a:endParaRP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echo 'Hi!' &gt; file.txt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echo 'Hi!' &gt; file.txt</a:t>
            </a:r>
          </a:p>
          <a:p>
            <a:r>
              <a:rPr lang="ru-RU" sz="3000" b="0" dirty="0">
                <a:solidFill>
                  <a:schemeClr val="tx1"/>
                </a:solidFill>
                <a:effectLst/>
              </a:rPr>
              <a:t>bash: 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file</a:t>
            </a:r>
            <a:r>
              <a:rPr lang="ru-RU" sz="3000" b="0" dirty="0">
                <a:solidFill>
                  <a:schemeClr val="tx1"/>
                </a:solidFill>
                <a:effectLst/>
              </a:rPr>
              <a:t>.txt: 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existing file cannot be overwritten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</a:t>
            </a:r>
          </a:p>
        </p:txBody>
      </p:sp>
    </p:spTree>
    <p:extLst>
      <p:ext uri="{BB962C8B-B14F-4D97-AF65-F5344CB8AC3E}">
        <p14:creationId xmlns:p14="http://schemas.microsoft.com/office/powerpoint/2010/main" val="2476825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Order is important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Redirection instructions are </a:t>
            </a:r>
            <a:r>
              <a:rPr lang="en-US" b="1" dirty="0"/>
              <a:t>processed left to right</a:t>
            </a:r>
          </a:p>
          <a:p>
            <a:pPr>
              <a:lnSpc>
                <a:spcPct val="100000"/>
              </a:lnSpc>
            </a:pPr>
            <a:r>
              <a:rPr lang="en-US" dirty="0"/>
              <a:t>Example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Redirection order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3200400"/>
            <a:ext cx="11049000" cy="31242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cat missing.txt &gt; out.txt 2&gt;&amp;1</a:t>
            </a:r>
          </a:p>
          <a:p>
            <a:endParaRPr lang="en-US" sz="3000" b="0" dirty="0">
              <a:solidFill>
                <a:schemeClr val="tx1"/>
              </a:solidFill>
              <a:effectLst/>
            </a:endParaRP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# is </a:t>
            </a:r>
            <a:r>
              <a:rPr lang="en-US" sz="3000" dirty="0">
                <a:solidFill>
                  <a:schemeClr val="tx1"/>
                </a:solidFill>
                <a:effectLst/>
              </a:rPr>
              <a:t>different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compared to this</a:t>
            </a:r>
          </a:p>
          <a:p>
            <a:endParaRPr lang="en-US" sz="3000" b="0" dirty="0">
              <a:solidFill>
                <a:schemeClr val="tx1"/>
              </a:solidFill>
              <a:effectLst/>
            </a:endParaRP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cat missing.txt 2&gt;&amp;1 &gt; out.txt</a:t>
            </a:r>
          </a:p>
          <a:p>
            <a:endParaRPr lang="en-US" sz="3000" b="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4103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Only </a:t>
            </a:r>
            <a:r>
              <a:rPr lang="en-US" b="1" dirty="0" err="1">
                <a:solidFill>
                  <a:schemeClr val="bg1"/>
                </a:solidFill>
              </a:rPr>
              <a:t>stdout</a:t>
            </a: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Both </a:t>
            </a:r>
            <a:r>
              <a:rPr lang="en-US" b="1" dirty="0" err="1">
                <a:solidFill>
                  <a:schemeClr val="bg1"/>
                </a:solidFill>
              </a:rPr>
              <a:t>stdout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 err="1">
                <a:solidFill>
                  <a:schemeClr val="bg1"/>
                </a:solidFill>
              </a:rPr>
              <a:t>stderr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– different targets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Both </a:t>
            </a:r>
            <a:r>
              <a:rPr lang="en-US" b="1" dirty="0" err="1">
                <a:solidFill>
                  <a:schemeClr val="bg1"/>
                </a:solidFill>
              </a:rPr>
              <a:t>stdout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 err="1">
                <a:solidFill>
                  <a:schemeClr val="bg1"/>
                </a:solidFill>
              </a:rPr>
              <a:t>stderr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– same target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Redirection recipes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3493" y="3124200"/>
            <a:ext cx="11049000" cy="6858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ls</a:t>
            </a:r>
            <a:r>
              <a:rPr lang="en-US" sz="3000" dirty="0">
                <a:solidFill>
                  <a:schemeClr val="tx1"/>
                </a:solidFill>
                <a:effectLst/>
              </a:rPr>
              <a:t> -al file.txt &gt; ok.txt 2&gt; err.txt</a:t>
            </a: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3493" y="4495801"/>
            <a:ext cx="11049000" cy="65760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ls</a:t>
            </a:r>
            <a:r>
              <a:rPr lang="en-US" sz="3000" dirty="0">
                <a:solidFill>
                  <a:schemeClr val="tx1"/>
                </a:solidFill>
                <a:effectLst/>
              </a:rPr>
              <a:t> -al file.txt &gt; res.txt 2&gt;&amp;1</a:t>
            </a:r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568324" y="1727470"/>
            <a:ext cx="11049000" cy="71093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ls</a:t>
            </a:r>
            <a:r>
              <a:rPr lang="en-US" sz="3000" dirty="0">
                <a:solidFill>
                  <a:schemeClr val="tx1"/>
                </a:solidFill>
                <a:effectLst/>
              </a:rPr>
              <a:t> -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alF</a:t>
            </a:r>
            <a:r>
              <a:rPr lang="en-US" sz="3000" dirty="0">
                <a:solidFill>
                  <a:schemeClr val="tx1"/>
                </a:solidFill>
                <a:effectLst/>
              </a:rPr>
              <a:t> &gt; dir_list.txt</a:t>
            </a:r>
          </a:p>
        </p:txBody>
      </p:sp>
    </p:spTree>
    <p:extLst>
      <p:ext uri="{BB962C8B-B14F-4D97-AF65-F5344CB8AC3E}">
        <p14:creationId xmlns:p14="http://schemas.microsoft.com/office/powerpoint/2010/main" val="3135948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Description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Create text document on the command line (on the fly)</a:t>
            </a:r>
          </a:p>
          <a:p>
            <a:pPr>
              <a:lnSpc>
                <a:spcPct val="100000"/>
              </a:lnSpc>
            </a:pPr>
            <a:r>
              <a:rPr lang="en-US" dirty="0"/>
              <a:t>Example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0356" y="100750"/>
            <a:ext cx="9503571" cy="882654"/>
          </a:xfrm>
        </p:spPr>
        <p:txBody>
          <a:bodyPr>
            <a:normAutofit/>
          </a:bodyPr>
          <a:lstStyle/>
          <a:p>
            <a:r>
              <a:rPr lang="en-US" dirty="0"/>
              <a:t>Problem: Create document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3200400"/>
            <a:ext cx="11049000" cy="31242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2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2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2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200" dirty="0">
                <a:solidFill>
                  <a:schemeClr val="tx1"/>
                </a:solidFill>
                <a:effectLst/>
              </a:rPr>
              <a:t>cat file.txt</a:t>
            </a:r>
            <a:endParaRPr lang="en-US" sz="3000" dirty="0">
              <a:solidFill>
                <a:schemeClr val="tx1"/>
              </a:solidFill>
              <a:effectLst/>
            </a:endParaRPr>
          </a:p>
          <a:p>
            <a:r>
              <a:rPr lang="en-US" sz="3000" dirty="0">
                <a:solidFill>
                  <a:schemeClr val="tx1"/>
                </a:solidFill>
                <a:effectLst/>
              </a:rPr>
              <a:t>Line #1</a:t>
            </a:r>
          </a:p>
          <a:p>
            <a:r>
              <a:rPr lang="en-US" sz="3000" dirty="0">
                <a:solidFill>
                  <a:schemeClr val="tx1"/>
                </a:solidFill>
                <a:effectLst/>
              </a:rPr>
              <a:t>Line #2</a:t>
            </a:r>
          </a:p>
          <a:p>
            <a:r>
              <a:rPr lang="en-US" sz="3000" dirty="0">
                <a:solidFill>
                  <a:schemeClr val="tx1"/>
                </a:solidFill>
                <a:effectLst/>
              </a:rPr>
              <a:t>Line #3</a:t>
            </a:r>
          </a:p>
        </p:txBody>
      </p:sp>
    </p:spTree>
    <p:extLst>
      <p:ext uri="{BB962C8B-B14F-4D97-AF65-F5344CB8AC3E}">
        <p14:creationId xmlns:p14="http://schemas.microsoft.com/office/powerpoint/2010/main" val="1038949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F1664D-FAFF-42F6-B89C-62266A04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Solution(s): Create document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69DE88-BDB3-4EDB-AAE9-4F1A456A0D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352" y="1195931"/>
            <a:ext cx="5827860" cy="2918869"/>
          </a:xfrm>
        </p:spPr>
        <p:txBody>
          <a:bodyPr/>
          <a:lstStyle/>
          <a:p>
            <a:r>
              <a:rPr lang="en-US" dirty="0"/>
              <a:t>Solution #1 (heredoc)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563BFBE-9C78-4A7A-A4E2-1B212A2EE5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70612" y="1195931"/>
            <a:ext cx="5827860" cy="2918869"/>
          </a:xfrm>
        </p:spPr>
        <p:txBody>
          <a:bodyPr/>
          <a:lstStyle/>
          <a:p>
            <a:r>
              <a:rPr lang="en-US" dirty="0"/>
              <a:t>Solution #2 (echo)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BA9DB-9AE1-48DF-AF29-BC8A4A55586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DA82B27-0674-418A-89DB-1FBA2889DAC6}"/>
              </a:ext>
            </a:extLst>
          </p:cNvPr>
          <p:cNvSpPr txBox="1">
            <a:spLocks/>
          </p:cNvSpPr>
          <p:nvPr/>
        </p:nvSpPr>
        <p:spPr>
          <a:xfrm>
            <a:off x="334284" y="1878225"/>
            <a:ext cx="5379128" cy="2084176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18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18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18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1800" dirty="0">
                <a:solidFill>
                  <a:schemeClr val="tx1"/>
                </a:solidFill>
                <a:effectLst/>
              </a:rPr>
              <a:t>cat &gt; file.txt &lt;&lt; EOF</a:t>
            </a:r>
          </a:p>
          <a:p>
            <a:r>
              <a:rPr lang="en-US" sz="1800" b="0" dirty="0">
                <a:solidFill>
                  <a:schemeClr val="tx1"/>
                </a:solidFill>
                <a:effectLst/>
              </a:rPr>
              <a:t>&gt;Line #1</a:t>
            </a:r>
          </a:p>
          <a:p>
            <a:r>
              <a:rPr lang="en-US" sz="1800" b="0" dirty="0">
                <a:solidFill>
                  <a:schemeClr val="tx1"/>
                </a:solidFill>
                <a:effectLst/>
              </a:rPr>
              <a:t>&gt;Line #2</a:t>
            </a:r>
          </a:p>
          <a:p>
            <a:r>
              <a:rPr lang="en-US" sz="1800" b="0" dirty="0">
                <a:solidFill>
                  <a:schemeClr val="tx1"/>
                </a:solidFill>
                <a:effectLst/>
              </a:rPr>
              <a:t>&gt;EOF</a:t>
            </a:r>
          </a:p>
          <a:p>
            <a:r>
              <a:rPr lang="en-US" sz="18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18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18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1800" dirty="0">
                <a:solidFill>
                  <a:schemeClr val="tx1"/>
                </a:solidFill>
                <a:effectLst/>
              </a:rPr>
              <a:t>cat file.txt</a:t>
            </a:r>
          </a:p>
          <a:p>
            <a:r>
              <a:rPr lang="en-US" sz="1800" b="0" dirty="0">
                <a:solidFill>
                  <a:schemeClr val="tx1"/>
                </a:solidFill>
                <a:effectLst/>
              </a:rPr>
              <a:t>Line #1</a:t>
            </a:r>
          </a:p>
          <a:p>
            <a:r>
              <a:rPr lang="en-US" sz="1800" b="0" dirty="0">
                <a:solidFill>
                  <a:schemeClr val="tx1"/>
                </a:solidFill>
                <a:effectLst/>
              </a:rPr>
              <a:t>Line #2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AFBA729-CFC7-4C91-AE3C-2312C95B2435}"/>
              </a:ext>
            </a:extLst>
          </p:cNvPr>
          <p:cNvSpPr txBox="1">
            <a:spLocks/>
          </p:cNvSpPr>
          <p:nvPr/>
        </p:nvSpPr>
        <p:spPr>
          <a:xfrm>
            <a:off x="6474564" y="1878226"/>
            <a:ext cx="5517545" cy="1703176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18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18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18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1800" dirty="0">
                <a:solidFill>
                  <a:schemeClr val="tx1"/>
                </a:solidFill>
                <a:effectLst/>
              </a:rPr>
              <a:t>echo 'Line #1' &gt; file.txt</a:t>
            </a:r>
          </a:p>
          <a:p>
            <a:r>
              <a:rPr lang="en-US" sz="18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18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18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1800" dirty="0">
                <a:solidFill>
                  <a:schemeClr val="tx1"/>
                </a:solidFill>
                <a:effectLst/>
              </a:rPr>
              <a:t>echo 'Line #2' &gt;&gt; file.txt</a:t>
            </a:r>
          </a:p>
          <a:p>
            <a:r>
              <a:rPr lang="en-US" sz="18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18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18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1800" dirty="0">
                <a:solidFill>
                  <a:schemeClr val="tx1"/>
                </a:solidFill>
                <a:effectLst/>
              </a:rPr>
              <a:t>cat file.txt</a:t>
            </a:r>
          </a:p>
          <a:p>
            <a:r>
              <a:rPr lang="en-US" sz="1800" b="0" dirty="0">
                <a:solidFill>
                  <a:schemeClr val="tx1"/>
                </a:solidFill>
                <a:effectLst/>
              </a:rPr>
              <a:t>Line #1</a:t>
            </a:r>
          </a:p>
          <a:p>
            <a:r>
              <a:rPr lang="en-US" sz="1800" b="0" dirty="0">
                <a:solidFill>
                  <a:schemeClr val="tx1"/>
                </a:solidFill>
                <a:effectLst/>
              </a:rPr>
              <a:t>Line #2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937AF781-F2E5-4304-B065-4987868D016C}"/>
              </a:ext>
            </a:extLst>
          </p:cNvPr>
          <p:cNvSpPr txBox="1">
            <a:spLocks/>
          </p:cNvSpPr>
          <p:nvPr/>
        </p:nvSpPr>
        <p:spPr>
          <a:xfrm>
            <a:off x="190351" y="4202634"/>
            <a:ext cx="11801757" cy="882655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778" indent="-456778" algn="l" defTabSz="1218072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684" indent="-380648" algn="l" defTabSz="1218072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2591" indent="-304519" algn="l" defTabSz="1218072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1627" indent="-304519" algn="l" defTabSz="1218072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0663" indent="-304519" algn="l" defTabSz="1218072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49699" indent="-304519" algn="l" defTabSz="1218072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8736" indent="-304519" algn="l" defTabSz="1218072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7772" indent="-304519" algn="l" defTabSz="1218072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6808" indent="-304519" algn="l" defTabSz="1218072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Same result different approaches</a:t>
            </a:r>
          </a:p>
        </p:txBody>
      </p:sp>
    </p:spTree>
    <p:extLst>
      <p:ext uri="{BB962C8B-B14F-4D97-AF65-F5344CB8AC3E}">
        <p14:creationId xmlns:p14="http://schemas.microsoft.com/office/powerpoint/2010/main" val="405693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59DD99-79D9-47FC-A530-ECFF01CF19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Command Sequences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B602FF-E44A-46A6-9EFC-81E3764FBB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Execute Multiple Commands. Substitution</a:t>
            </a:r>
          </a:p>
        </p:txBody>
      </p:sp>
    </p:spTree>
    <p:extLst>
      <p:ext uri="{BB962C8B-B14F-4D97-AF65-F5344CB8AC3E}">
        <p14:creationId xmlns:p14="http://schemas.microsoft.com/office/powerpoint/2010/main" val="2359141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Execute in order (disconnected)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Sequence</a:t>
            </a:r>
            <a:r>
              <a:rPr lang="en-US" dirty="0"/>
              <a:t>: </a:t>
            </a:r>
            <a:r>
              <a:rPr lang="en-US" b="1" dirty="0">
                <a:solidFill>
                  <a:schemeClr val="bg1"/>
                </a:solidFill>
              </a:rPr>
              <a:t>command1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; command2</a:t>
            </a:r>
          </a:p>
          <a:p>
            <a:pPr>
              <a:lnSpc>
                <a:spcPct val="100000"/>
              </a:lnSpc>
            </a:pPr>
            <a:r>
              <a:rPr lang="en-US" dirty="0"/>
              <a:t>Execute in order (connected)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Pipe</a:t>
            </a:r>
            <a:r>
              <a:rPr lang="en-US" dirty="0"/>
              <a:t>: </a:t>
            </a:r>
            <a:r>
              <a:rPr lang="en-US" b="1" dirty="0">
                <a:solidFill>
                  <a:schemeClr val="bg1"/>
                </a:solidFill>
              </a:rPr>
              <a:t>command1 | command2</a:t>
            </a:r>
          </a:p>
          <a:p>
            <a:pPr>
              <a:lnSpc>
                <a:spcPct val="100000"/>
              </a:lnSpc>
            </a:pPr>
            <a:r>
              <a:rPr lang="en-US" dirty="0"/>
              <a:t>Execute conditionally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On </a:t>
            </a:r>
            <a:r>
              <a:rPr lang="en-US" b="1" dirty="0"/>
              <a:t>Success</a:t>
            </a:r>
            <a:r>
              <a:rPr lang="en-US" dirty="0"/>
              <a:t>: </a:t>
            </a:r>
            <a:r>
              <a:rPr lang="en-US" b="1" dirty="0">
                <a:solidFill>
                  <a:schemeClr val="bg1"/>
                </a:solidFill>
              </a:rPr>
              <a:t>command1 &amp;&amp; command2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On </a:t>
            </a:r>
            <a:r>
              <a:rPr lang="en-US" b="1" dirty="0"/>
              <a:t>Failure</a:t>
            </a:r>
            <a:r>
              <a:rPr lang="en-US" dirty="0"/>
              <a:t>: </a:t>
            </a:r>
            <a:r>
              <a:rPr lang="en-US" b="1" dirty="0">
                <a:solidFill>
                  <a:schemeClr val="bg1"/>
                </a:solidFill>
              </a:rPr>
              <a:t>command1 || command2</a:t>
            </a:r>
          </a:p>
          <a:p>
            <a:pPr>
              <a:lnSpc>
                <a:spcPct val="100000"/>
              </a:lnSpc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 Sequences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759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Description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Always execute next command </a:t>
            </a:r>
          </a:p>
          <a:p>
            <a:pPr>
              <a:lnSpc>
                <a:spcPct val="100000"/>
              </a:lnSpc>
            </a:pPr>
            <a:r>
              <a:rPr lang="en-US" dirty="0"/>
              <a:t>Example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Sequence (;)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3200400"/>
            <a:ext cx="11049000" cy="31242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bg1"/>
                </a:solidFill>
                <a:effectLst/>
              </a:rPr>
              <a:t>ls</a:t>
            </a:r>
            <a:r>
              <a:rPr lang="en-US" sz="3000" dirty="0">
                <a:solidFill>
                  <a:schemeClr val="bg1"/>
                </a:solidFill>
                <a:effectLst/>
              </a:rPr>
              <a:t> non-existing-file.txt </a:t>
            </a:r>
            <a:r>
              <a:rPr lang="en-US" sz="3000" dirty="0">
                <a:solidFill>
                  <a:schemeClr val="tx1"/>
                </a:solidFill>
                <a:effectLst/>
              </a:rPr>
              <a:t>;</a:t>
            </a:r>
            <a:r>
              <a:rPr lang="en-US" sz="3000" dirty="0">
                <a:effectLst/>
              </a:rPr>
              <a:t> </a:t>
            </a:r>
            <a:r>
              <a:rPr lang="en-US" sz="3000" dirty="0">
                <a:solidFill>
                  <a:schemeClr val="bg1"/>
                </a:solidFill>
                <a:effectLst/>
              </a:rPr>
              <a:t>echo Ok</a:t>
            </a:r>
          </a:p>
          <a:p>
            <a:r>
              <a:rPr lang="en-US" sz="3000" b="0" dirty="0" err="1">
                <a:solidFill>
                  <a:schemeClr val="bg1"/>
                </a:solidFill>
                <a:effectLst/>
              </a:rPr>
              <a:t>ls</a:t>
            </a:r>
            <a:r>
              <a:rPr lang="en-US" sz="3000" b="0" dirty="0">
                <a:solidFill>
                  <a:schemeClr val="bg1"/>
                </a:solidFill>
                <a:effectLst/>
              </a:rPr>
              <a:t>: cannot access non-existing-file.txt: No such file or directory</a:t>
            </a:r>
            <a:endParaRPr lang="bg-BG" sz="3000" b="0" dirty="0">
              <a:solidFill>
                <a:schemeClr val="bg1"/>
              </a:solidFill>
              <a:effectLst/>
            </a:endParaRPr>
          </a:p>
          <a:p>
            <a:r>
              <a:rPr lang="en-US" sz="3000" b="0" dirty="0">
                <a:solidFill>
                  <a:schemeClr val="bg1"/>
                </a:solidFill>
                <a:effectLst/>
              </a:rPr>
              <a:t>Ok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08413" y="3076199"/>
            <a:ext cx="5260888" cy="886201"/>
          </a:xfrm>
          <a:prstGeom prst="rightArrow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/>
          </a:p>
        </p:txBody>
      </p:sp>
      <p:sp>
        <p:nvSpPr>
          <p:cNvPr id="10" name="Right Arrow 9"/>
          <p:cNvSpPr/>
          <p:nvPr/>
        </p:nvSpPr>
        <p:spPr>
          <a:xfrm>
            <a:off x="9447212" y="3076199"/>
            <a:ext cx="1905000" cy="886201"/>
          </a:xfrm>
          <a:prstGeom prst="rightArrow">
            <a:avLst/>
          </a:prstGeom>
          <a:noFill/>
          <a:ln w="38100">
            <a:solidFill>
              <a:schemeClr val="tx2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/>
          </a:p>
        </p:txBody>
      </p:sp>
    </p:spTree>
    <p:extLst>
      <p:ext uri="{BB962C8B-B14F-4D97-AF65-F5344CB8AC3E}">
        <p14:creationId xmlns:p14="http://schemas.microsoft.com/office/powerpoint/2010/main" val="2015325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Description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Chaining two or more programs’ output together</a:t>
            </a:r>
          </a:p>
          <a:p>
            <a:pPr>
              <a:lnSpc>
                <a:spcPct val="100000"/>
              </a:lnSpc>
            </a:pPr>
            <a:r>
              <a:rPr lang="en-US" dirty="0"/>
              <a:t>Example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Pipe (|)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3200399"/>
            <a:ext cx="11049000" cy="332459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bg1"/>
                </a:solidFill>
                <a:effectLst/>
              </a:rPr>
              <a:t>ls</a:t>
            </a:r>
            <a:r>
              <a:rPr lang="en-US" sz="3000" dirty="0">
                <a:effectLst/>
              </a:rPr>
              <a:t> </a:t>
            </a:r>
            <a:r>
              <a:rPr lang="en-US" sz="3000" dirty="0">
                <a:solidFill>
                  <a:schemeClr val="tx1"/>
                </a:solidFill>
                <a:effectLst/>
              </a:rPr>
              <a:t>|</a:t>
            </a:r>
            <a:r>
              <a:rPr lang="en-US" sz="3000" dirty="0">
                <a:effectLst/>
              </a:rPr>
              <a:t> </a:t>
            </a:r>
            <a:r>
              <a:rPr lang="en-US" sz="3000" dirty="0">
                <a:solidFill>
                  <a:schemeClr val="bg1"/>
                </a:solidFill>
                <a:effectLst/>
              </a:rPr>
              <a:t>sort</a:t>
            </a:r>
            <a:r>
              <a:rPr lang="en-US" sz="3000" dirty="0">
                <a:effectLst/>
              </a:rPr>
              <a:t> </a:t>
            </a:r>
            <a:r>
              <a:rPr lang="en-US" sz="3000" dirty="0">
                <a:solidFill>
                  <a:schemeClr val="tx1"/>
                </a:solidFill>
                <a:effectLst/>
              </a:rPr>
              <a:t>|</a:t>
            </a:r>
            <a:r>
              <a:rPr lang="en-US" sz="3000" dirty="0">
                <a:effectLst/>
              </a:rPr>
              <a:t> </a:t>
            </a:r>
            <a:r>
              <a:rPr lang="en-US" sz="3000" dirty="0">
                <a:solidFill>
                  <a:schemeClr val="bg1"/>
                </a:solidFill>
                <a:effectLst/>
              </a:rPr>
              <a:t>head -n 3</a:t>
            </a:r>
          </a:p>
          <a:p>
            <a:r>
              <a:rPr lang="en-US" sz="3000" b="0" dirty="0">
                <a:solidFill>
                  <a:schemeClr val="bg1"/>
                </a:solidFill>
                <a:effectLst/>
              </a:rPr>
              <a:t>abcde.txt</a:t>
            </a:r>
          </a:p>
          <a:p>
            <a:r>
              <a:rPr lang="en-US" sz="3000" b="0" dirty="0">
                <a:solidFill>
                  <a:schemeClr val="bg1"/>
                </a:solidFill>
                <a:effectLst/>
              </a:rPr>
              <a:t>bad_words.txt</a:t>
            </a:r>
          </a:p>
          <a:p>
            <a:r>
              <a:rPr lang="en-US" sz="3000" b="0" dirty="0">
                <a:solidFill>
                  <a:schemeClr val="bg1"/>
                </a:solidFill>
                <a:effectLst/>
              </a:rPr>
              <a:t>file2.txt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</a:t>
            </a:r>
          </a:p>
        </p:txBody>
      </p:sp>
      <p:sp>
        <p:nvSpPr>
          <p:cNvPr id="5" name="Curved Down Arrow 4"/>
          <p:cNvSpPr/>
          <p:nvPr/>
        </p:nvSpPr>
        <p:spPr>
          <a:xfrm flipV="1">
            <a:off x="5484812" y="3733800"/>
            <a:ext cx="1905000" cy="533400"/>
          </a:xfrm>
          <a:prstGeom prst="curvedDown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>
              <a:solidFill>
                <a:schemeClr val="tx1"/>
              </a:solidFill>
            </a:endParaRPr>
          </a:p>
        </p:txBody>
      </p:sp>
      <p:sp>
        <p:nvSpPr>
          <p:cNvPr id="7" name="Curved Down Arrow 6"/>
          <p:cNvSpPr/>
          <p:nvPr/>
        </p:nvSpPr>
        <p:spPr>
          <a:xfrm>
            <a:off x="4113212" y="2743200"/>
            <a:ext cx="1447800" cy="533400"/>
          </a:xfrm>
          <a:prstGeom prst="curvedDown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44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190353" y="1196125"/>
            <a:ext cx="11998472" cy="520106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Description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Next command is executed if previous one exited with status of 0</a:t>
            </a:r>
          </a:p>
          <a:p>
            <a:pPr>
              <a:lnSpc>
                <a:spcPct val="100000"/>
              </a:lnSpc>
            </a:pPr>
            <a:r>
              <a:rPr lang="en-US" dirty="0"/>
              <a:t>Example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On Success (&amp;&amp;)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3200399"/>
            <a:ext cx="11049000" cy="332459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bg1"/>
                </a:solidFill>
                <a:effectLst/>
              </a:rPr>
              <a:t>ls</a:t>
            </a:r>
            <a:r>
              <a:rPr lang="en-US" sz="3000" dirty="0">
                <a:solidFill>
                  <a:schemeClr val="bg1"/>
                </a:solidFill>
                <a:effectLst/>
              </a:rPr>
              <a:t> non-existing-file.txt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effectLst/>
              </a:rPr>
              <a:t> </a:t>
            </a:r>
            <a:r>
              <a:rPr lang="en-US" sz="3000" dirty="0">
                <a:solidFill>
                  <a:schemeClr val="tx1"/>
                </a:solidFill>
                <a:effectLst/>
              </a:rPr>
              <a:t>&amp;&amp;</a:t>
            </a:r>
            <a:r>
              <a:rPr lang="en-US" sz="3000" dirty="0">
                <a:effectLst/>
              </a:rPr>
              <a:t> </a:t>
            </a:r>
            <a:r>
              <a:rPr lang="en-US" sz="3000" dirty="0">
                <a:solidFill>
                  <a:schemeClr val="bg1"/>
                </a:solidFill>
                <a:effectLst/>
              </a:rPr>
              <a:t>echo Ok</a:t>
            </a:r>
          </a:p>
          <a:p>
            <a:r>
              <a:rPr lang="en-US" sz="3000" b="0" dirty="0" err="1">
                <a:solidFill>
                  <a:schemeClr val="bg1"/>
                </a:solidFill>
                <a:effectLst/>
              </a:rPr>
              <a:t>ls</a:t>
            </a:r>
            <a:r>
              <a:rPr lang="en-US" sz="3000" b="0" dirty="0">
                <a:solidFill>
                  <a:schemeClr val="bg1"/>
                </a:solidFill>
                <a:effectLst/>
              </a:rPr>
              <a:t>: cannot access non-existing-file.txt: No such file or directory</a:t>
            </a:r>
          </a:p>
          <a:p>
            <a:endParaRPr lang="bg-BG" sz="3000" b="0" dirty="0">
              <a:solidFill>
                <a:schemeClr val="tx2">
                  <a:lumMod val="75000"/>
                </a:schemeClr>
              </a:solidFill>
              <a:effectLst/>
            </a:endParaRP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bg1"/>
                </a:solidFill>
                <a:effectLst/>
              </a:rPr>
              <a:t>ls</a:t>
            </a:r>
            <a:r>
              <a:rPr lang="en-US" sz="3000" dirty="0">
                <a:solidFill>
                  <a:schemeClr val="bg1"/>
                </a:solidFill>
                <a:effectLst/>
              </a:rPr>
              <a:t> existing-file.txt </a:t>
            </a:r>
            <a:r>
              <a:rPr lang="en-US" sz="3000" dirty="0">
                <a:solidFill>
                  <a:schemeClr val="tx1"/>
                </a:solidFill>
                <a:effectLst/>
              </a:rPr>
              <a:t>&amp;&amp;</a:t>
            </a:r>
            <a:r>
              <a:rPr lang="en-US" sz="3000" dirty="0">
                <a:effectLst/>
              </a:rPr>
              <a:t> </a:t>
            </a:r>
            <a:r>
              <a:rPr lang="en-US" sz="3000" dirty="0">
                <a:solidFill>
                  <a:schemeClr val="bg1"/>
                </a:solidFill>
                <a:effectLst/>
              </a:rPr>
              <a:t>echo Ok</a:t>
            </a:r>
          </a:p>
          <a:p>
            <a:r>
              <a:rPr lang="en-US" sz="3000" b="0" dirty="0">
                <a:solidFill>
                  <a:schemeClr val="bg1"/>
                </a:solidFill>
                <a:effectLst/>
              </a:rPr>
              <a:t>existing-file.txt</a:t>
            </a:r>
          </a:p>
          <a:p>
            <a:r>
              <a:rPr lang="en-US" sz="3000" b="0" dirty="0">
                <a:solidFill>
                  <a:schemeClr val="bg1"/>
                </a:solidFill>
                <a:effectLst/>
              </a:rPr>
              <a:t>Ok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808412" y="3076199"/>
            <a:ext cx="5226968" cy="886201"/>
          </a:xfrm>
          <a:prstGeom prst="rightArrow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/>
          </a:p>
        </p:txBody>
      </p:sp>
      <p:sp>
        <p:nvSpPr>
          <p:cNvPr id="11" name="Right Arrow 10"/>
          <p:cNvSpPr/>
          <p:nvPr/>
        </p:nvSpPr>
        <p:spPr>
          <a:xfrm>
            <a:off x="9666109" y="3076199"/>
            <a:ext cx="1905000" cy="886201"/>
          </a:xfrm>
          <a:prstGeom prst="rightArrow">
            <a:avLst/>
          </a:prstGeom>
          <a:noFill/>
          <a:ln w="38100">
            <a:solidFill>
              <a:schemeClr val="tx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/>
          </a:p>
        </p:txBody>
      </p:sp>
      <p:sp>
        <p:nvSpPr>
          <p:cNvPr id="12" name="Right Arrow 11"/>
          <p:cNvSpPr/>
          <p:nvPr/>
        </p:nvSpPr>
        <p:spPr>
          <a:xfrm>
            <a:off x="3808412" y="4904999"/>
            <a:ext cx="4419600" cy="886201"/>
          </a:xfrm>
          <a:prstGeom prst="rightArrow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/>
          </a:p>
        </p:txBody>
      </p:sp>
      <p:sp>
        <p:nvSpPr>
          <p:cNvPr id="13" name="Right Arrow 12"/>
          <p:cNvSpPr/>
          <p:nvPr/>
        </p:nvSpPr>
        <p:spPr>
          <a:xfrm>
            <a:off x="8837612" y="4904999"/>
            <a:ext cx="1905000" cy="886201"/>
          </a:xfrm>
          <a:prstGeom prst="rightArrow">
            <a:avLst/>
          </a:prstGeom>
          <a:noFill/>
          <a:ln w="38100">
            <a:solidFill>
              <a:schemeClr val="tx2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/>
          </a:p>
        </p:txBody>
      </p:sp>
    </p:spTree>
    <p:extLst>
      <p:ext uri="{BB962C8B-B14F-4D97-AF65-F5344CB8AC3E}">
        <p14:creationId xmlns:p14="http://schemas.microsoft.com/office/powerpoint/2010/main" val="4155036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 animBg="1"/>
      <p:bldP spid="11" grpId="0" animBg="1"/>
      <p:bldP spid="12" grpId="0" animBg="1"/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Description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Next command is </a:t>
            </a:r>
            <a:r>
              <a:rPr lang="en-US" b="1" dirty="0"/>
              <a:t>NOT</a:t>
            </a:r>
            <a:r>
              <a:rPr lang="en-US" dirty="0"/>
              <a:t> attempted if previous one exited with 0</a:t>
            </a:r>
          </a:p>
          <a:p>
            <a:pPr>
              <a:lnSpc>
                <a:spcPct val="100000"/>
              </a:lnSpc>
            </a:pPr>
            <a:r>
              <a:rPr lang="en-US" dirty="0"/>
              <a:t>Example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On Failure (||)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3200399"/>
            <a:ext cx="11049000" cy="332459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bg1"/>
                </a:solidFill>
                <a:effectLst/>
              </a:rPr>
              <a:t>ls</a:t>
            </a:r>
            <a:r>
              <a:rPr lang="en-US" sz="3000" dirty="0">
                <a:solidFill>
                  <a:schemeClr val="bg1"/>
                </a:solidFill>
                <a:effectLst/>
              </a:rPr>
              <a:t> existing-file.txt </a:t>
            </a:r>
            <a:r>
              <a:rPr lang="en-US" sz="3000" dirty="0">
                <a:solidFill>
                  <a:schemeClr val="tx1"/>
                </a:solidFill>
                <a:effectLst/>
              </a:rPr>
              <a:t>||</a:t>
            </a:r>
            <a:r>
              <a:rPr lang="en-US" sz="3000" dirty="0">
                <a:effectLst/>
              </a:rPr>
              <a:t> </a:t>
            </a:r>
            <a:r>
              <a:rPr lang="en-US" sz="3000" dirty="0">
                <a:solidFill>
                  <a:schemeClr val="bg1"/>
                </a:solidFill>
                <a:effectLst/>
              </a:rPr>
              <a:t>echo Ok</a:t>
            </a:r>
          </a:p>
          <a:p>
            <a:r>
              <a:rPr lang="en-US" sz="3000" b="0" dirty="0">
                <a:solidFill>
                  <a:schemeClr val="bg1"/>
                </a:solidFill>
                <a:effectLst/>
              </a:rPr>
              <a:t>existing-file.txt</a:t>
            </a:r>
            <a:endParaRPr lang="bg-BG" sz="3000" b="0" dirty="0">
              <a:solidFill>
                <a:schemeClr val="bg1"/>
              </a:solidFill>
              <a:effectLst/>
            </a:endParaRP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bg1"/>
                </a:solidFill>
                <a:effectLst/>
              </a:rPr>
              <a:t>ls</a:t>
            </a:r>
            <a:r>
              <a:rPr lang="en-US" sz="3000" dirty="0">
                <a:solidFill>
                  <a:schemeClr val="bg1"/>
                </a:solidFill>
                <a:effectLst/>
              </a:rPr>
              <a:t> non-existing-file.txt </a:t>
            </a:r>
            <a:r>
              <a:rPr lang="en-US" sz="3000" dirty="0">
                <a:solidFill>
                  <a:schemeClr val="tx1"/>
                </a:solidFill>
                <a:effectLst/>
              </a:rPr>
              <a:t>||</a:t>
            </a:r>
            <a:r>
              <a:rPr lang="en-US" sz="3000" dirty="0">
                <a:effectLst/>
              </a:rPr>
              <a:t> </a:t>
            </a:r>
            <a:r>
              <a:rPr lang="en-US" sz="3000" dirty="0">
                <a:solidFill>
                  <a:schemeClr val="bg1"/>
                </a:solidFill>
                <a:effectLst/>
              </a:rPr>
              <a:t>echo Ok</a:t>
            </a:r>
          </a:p>
          <a:p>
            <a:r>
              <a:rPr lang="en-US" sz="3000" b="0" dirty="0" err="1">
                <a:solidFill>
                  <a:schemeClr val="bg1"/>
                </a:solidFill>
                <a:effectLst/>
              </a:rPr>
              <a:t>ls</a:t>
            </a:r>
            <a:r>
              <a:rPr lang="en-US" sz="3000" b="0" dirty="0">
                <a:solidFill>
                  <a:schemeClr val="bg1"/>
                </a:solidFill>
                <a:effectLst/>
              </a:rPr>
              <a:t>: cannot access non-existing-file.txt: No such file or directory</a:t>
            </a:r>
          </a:p>
          <a:p>
            <a:r>
              <a:rPr lang="en-US" sz="3000" b="0" dirty="0">
                <a:solidFill>
                  <a:schemeClr val="bg1"/>
                </a:solidFill>
                <a:effectLst/>
              </a:rPr>
              <a:t>Ok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808412" y="3076199"/>
            <a:ext cx="4419600" cy="886201"/>
          </a:xfrm>
          <a:prstGeom prst="rightArrow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/>
          </a:p>
        </p:txBody>
      </p:sp>
      <p:sp>
        <p:nvSpPr>
          <p:cNvPr id="11" name="Right Arrow 10"/>
          <p:cNvSpPr/>
          <p:nvPr/>
        </p:nvSpPr>
        <p:spPr>
          <a:xfrm>
            <a:off x="8837612" y="3076199"/>
            <a:ext cx="1905000" cy="886201"/>
          </a:xfrm>
          <a:prstGeom prst="rightArrow">
            <a:avLst/>
          </a:prstGeom>
          <a:noFill/>
          <a:ln w="38100">
            <a:solidFill>
              <a:schemeClr val="tx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/>
          </a:p>
        </p:txBody>
      </p:sp>
      <p:sp>
        <p:nvSpPr>
          <p:cNvPr id="12" name="Right Arrow 11"/>
          <p:cNvSpPr/>
          <p:nvPr/>
        </p:nvSpPr>
        <p:spPr>
          <a:xfrm>
            <a:off x="3808412" y="3990599"/>
            <a:ext cx="5181600" cy="886201"/>
          </a:xfrm>
          <a:prstGeom prst="rightArrow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/>
          </a:p>
        </p:txBody>
      </p:sp>
      <p:sp>
        <p:nvSpPr>
          <p:cNvPr id="13" name="Right Arrow 12"/>
          <p:cNvSpPr/>
          <p:nvPr/>
        </p:nvSpPr>
        <p:spPr>
          <a:xfrm>
            <a:off x="9599612" y="3990599"/>
            <a:ext cx="1905000" cy="886201"/>
          </a:xfrm>
          <a:prstGeom prst="rightArrow">
            <a:avLst/>
          </a:prstGeom>
          <a:noFill/>
          <a:ln w="38100">
            <a:solidFill>
              <a:schemeClr val="tx2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/>
          </a:p>
        </p:txBody>
      </p:sp>
    </p:spTree>
    <p:extLst>
      <p:ext uri="{BB962C8B-B14F-4D97-AF65-F5344CB8AC3E}">
        <p14:creationId xmlns:p14="http://schemas.microsoft.com/office/powerpoint/2010/main" val="4059282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 animBg="1"/>
      <p:bldP spid="11" grpId="0" animBg="1"/>
      <p:bldP spid="12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Description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Substitute the command output for the command itself</a:t>
            </a:r>
          </a:p>
          <a:p>
            <a:pPr>
              <a:lnSpc>
                <a:spcPct val="100000"/>
              </a:lnSpc>
            </a:pPr>
            <a:r>
              <a:rPr lang="en-US" dirty="0"/>
              <a:t>Example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Command Substitution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3200400"/>
            <a:ext cx="11049000" cy="31242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cat `cat file_name.txt`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...</a:t>
            </a:r>
          </a:p>
          <a:p>
            <a:endParaRPr lang="en-US" sz="3000" b="0" dirty="0">
              <a:solidFill>
                <a:schemeClr val="tx1"/>
              </a:solidFill>
              <a:effectLst/>
            </a:endParaRP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cat $(cat file_name.txt)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047121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Instead of having this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We could do it this way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Breaking Long Commands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517412" y="1828800"/>
            <a:ext cx="11049000" cy="16002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cut -d : -f 7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etc</a:t>
            </a:r>
            <a:r>
              <a:rPr lang="en-US" sz="3000" dirty="0">
                <a:solidFill>
                  <a:schemeClr val="tx1"/>
                </a:solidFill>
                <a:effectLst/>
              </a:rPr>
              <a:t>/passwd | sort |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uniq</a:t>
            </a:r>
            <a:r>
              <a:rPr lang="en-US" sz="3000" dirty="0">
                <a:solidFill>
                  <a:schemeClr val="tx1"/>
                </a:solidFill>
                <a:effectLst/>
              </a:rPr>
              <a:t> |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wc</a:t>
            </a:r>
            <a:r>
              <a:rPr lang="en-US" sz="3000" dirty="0">
                <a:solidFill>
                  <a:schemeClr val="tx1"/>
                </a:solidFill>
                <a:effectLst/>
              </a:rPr>
              <a:t> -l</a:t>
            </a: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15824" y="4419599"/>
            <a:ext cx="11049000" cy="210539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cut -d : -f 7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etc</a:t>
            </a:r>
            <a:r>
              <a:rPr lang="en-US" sz="3000" dirty="0">
                <a:solidFill>
                  <a:schemeClr val="tx1"/>
                </a:solidFill>
                <a:effectLst/>
              </a:rPr>
              <a:t>/passwd \</a:t>
            </a:r>
          </a:p>
          <a:p>
            <a:r>
              <a:rPr lang="en-US" sz="3000" dirty="0">
                <a:solidFill>
                  <a:schemeClr val="tx1"/>
                </a:solidFill>
                <a:effectLst/>
              </a:rPr>
              <a:t>               | sort \</a:t>
            </a:r>
          </a:p>
          <a:p>
            <a:r>
              <a:rPr lang="en-US" sz="3000" dirty="0">
                <a:solidFill>
                  <a:schemeClr val="tx1"/>
                </a:solidFill>
                <a:effectLst/>
              </a:rPr>
              <a:t>               |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uniq</a:t>
            </a:r>
            <a:r>
              <a:rPr lang="en-US" sz="3000" dirty="0">
                <a:solidFill>
                  <a:schemeClr val="tx1"/>
                </a:solidFill>
                <a:effectLst/>
              </a:rPr>
              <a:t> \</a:t>
            </a:r>
          </a:p>
          <a:p>
            <a:r>
              <a:rPr lang="en-US" sz="3000" dirty="0">
                <a:solidFill>
                  <a:schemeClr val="tx1"/>
                </a:solidFill>
                <a:effectLst/>
              </a:rPr>
              <a:t>               |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wc</a:t>
            </a:r>
            <a:r>
              <a:rPr lang="en-US" sz="3000" dirty="0">
                <a:solidFill>
                  <a:schemeClr val="tx1"/>
                </a:solidFill>
                <a:effectLst/>
              </a:rPr>
              <a:t> -l</a:t>
            </a:r>
          </a:p>
        </p:txBody>
      </p:sp>
    </p:spTree>
    <p:extLst>
      <p:ext uri="{BB962C8B-B14F-4D97-AF65-F5344CB8AC3E}">
        <p14:creationId xmlns:p14="http://schemas.microsoft.com/office/powerpoint/2010/main" val="978759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Read from standard input and write to standard output and files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tee [options] [file]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Show file content on screen and save it to file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cat list.txt | tee listed.txt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List directory on the screen and append to file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ls -al / | tee -a root-dir.txt</a:t>
            </a:r>
          </a:p>
        </p:txBody>
      </p:sp>
    </p:spTree>
    <p:extLst>
      <p:ext uri="{BB962C8B-B14F-4D97-AF65-F5344CB8AC3E}">
        <p14:creationId xmlns:p14="http://schemas.microsoft.com/office/powerpoint/2010/main" val="3452980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Build and execute command lines from standard input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xargs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xargs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 [command [initial arguments]]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Delete list of files read from a text file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cat file_list.txt |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xargs</a:t>
            </a:r>
            <a:r>
              <a:rPr lang="en-US" sz="3000" dirty="0">
                <a:solidFill>
                  <a:schemeClr val="tx1"/>
                </a:solidFill>
                <a:effectLst/>
              </a:rPr>
              <a:t> rm –rf 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Show file content of every *.conf file in /</a:t>
            </a:r>
            <a:r>
              <a:rPr lang="en-US" sz="3000" dirty="0" err="1">
                <a:solidFill>
                  <a:schemeClr val="bg1"/>
                </a:solidFill>
                <a:effectLst/>
              </a:rPr>
              <a:t>etc</a:t>
            </a:r>
            <a:endParaRPr lang="en-US" sz="3000" dirty="0">
              <a:solidFill>
                <a:schemeClr val="bg1"/>
              </a:solidFill>
              <a:effectLst/>
            </a:endParaRP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ls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etc</a:t>
            </a:r>
            <a:r>
              <a:rPr lang="en-US" sz="3000" dirty="0">
                <a:solidFill>
                  <a:schemeClr val="tx1"/>
                </a:solidFill>
                <a:effectLst/>
              </a:rPr>
              <a:t>/*.conf |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xargs</a:t>
            </a:r>
            <a:r>
              <a:rPr lang="en-US" sz="3000" dirty="0">
                <a:solidFill>
                  <a:schemeClr val="tx1"/>
                </a:solidFill>
                <a:effectLst/>
              </a:rPr>
              <a:t> cat</a:t>
            </a:r>
          </a:p>
        </p:txBody>
      </p:sp>
    </p:spTree>
    <p:extLst>
      <p:ext uri="{BB962C8B-B14F-4D97-AF65-F5344CB8AC3E}">
        <p14:creationId xmlns:p14="http://schemas.microsoft.com/office/powerpoint/2010/main" val="330860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675C7-DD87-4D8F-854D-BAEC03AC5B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5400" dirty="0"/>
              <a:t>Practice: Redirection and Sequences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C9FAE9-2C32-418E-B6F5-1A195B81D7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Live Demonstration in Class</a:t>
            </a:r>
          </a:p>
        </p:txBody>
      </p:sp>
    </p:spTree>
    <p:extLst>
      <p:ext uri="{BB962C8B-B14F-4D97-AF65-F5344CB8AC3E}">
        <p14:creationId xmlns:p14="http://schemas.microsoft.com/office/powerpoint/2010/main" val="390609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D7235D-3E53-4BC2-80E7-18D3072765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Basic Regular Expressions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49923F-48E2-46EC-8CA0-D1F5B6C2F8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Know them. Use them</a:t>
            </a:r>
          </a:p>
        </p:txBody>
      </p:sp>
    </p:spTree>
    <p:extLst>
      <p:ext uri="{BB962C8B-B14F-4D97-AF65-F5344CB8AC3E}">
        <p14:creationId xmlns:p14="http://schemas.microsoft.com/office/powerpoint/2010/main" val="2289356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*</a:t>
            </a:r>
            <a:endParaRPr lang="en-US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Any characters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?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Any single character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[characters]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Any character that is a member of the set</a:t>
            </a:r>
            <a:r>
              <a:rPr lang="en-US" i="1" dirty="0"/>
              <a:t> </a:t>
            </a:r>
            <a:r>
              <a:rPr lang="en-US" b="1" i="1" dirty="0">
                <a:solidFill>
                  <a:schemeClr val="bg1"/>
                </a:solidFill>
              </a:rPr>
              <a:t>characters</a:t>
            </a:r>
            <a:endParaRPr lang="en-US" b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[!characters]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Any character that is not a member of the set </a:t>
            </a:r>
            <a:r>
              <a:rPr lang="en-US" b="1" i="1" dirty="0">
                <a:solidFill>
                  <a:schemeClr val="bg1"/>
                </a:solidFill>
              </a:rPr>
              <a:t>characters</a:t>
            </a:r>
            <a:endParaRPr lang="en-US" b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[[:class:]]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Any character that is a member of the specified </a:t>
            </a:r>
            <a:r>
              <a:rPr lang="en-US" b="1" i="1" dirty="0">
                <a:solidFill>
                  <a:schemeClr val="bg1"/>
                </a:solidFill>
              </a:rPr>
              <a:t>class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Wildcards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422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Frequently used</a:t>
            </a:r>
            <a:endParaRPr lang="bg-BG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Classes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32</a:t>
            </a:fld>
            <a:endParaRPr lang="en-US" dirty="0"/>
          </a:p>
        </p:txBody>
      </p:sp>
      <p:graphicFrame>
        <p:nvGraphicFramePr>
          <p:cNvPr id="7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2994286"/>
              </p:ext>
            </p:extLst>
          </p:nvPr>
        </p:nvGraphicFramePr>
        <p:xfrm>
          <a:off x="531812" y="1981200"/>
          <a:ext cx="11125200" cy="3197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  <a:endParaRPr lang="bg-BG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bg-B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[:</a:t>
                      </a:r>
                      <a:r>
                        <a:rPr lang="en-US" dirty="0" err="1"/>
                        <a:t>alnum</a:t>
                      </a:r>
                      <a:r>
                        <a:rPr lang="en-US" dirty="0"/>
                        <a:t>:]</a:t>
                      </a:r>
                      <a:endParaRPr lang="bg-BG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Alphanumeric</a:t>
                      </a:r>
                      <a:r>
                        <a:rPr lang="en-US" baseline="0" dirty="0"/>
                        <a:t> characters </a:t>
                      </a:r>
                      <a:r>
                        <a:rPr lang="en-US" b="1" baseline="0" dirty="0"/>
                        <a:t>A-Z</a:t>
                      </a:r>
                      <a:r>
                        <a:rPr lang="en-US" baseline="0" dirty="0"/>
                        <a:t>, </a:t>
                      </a:r>
                      <a:r>
                        <a:rPr lang="en-US" b="1" baseline="0" dirty="0"/>
                        <a:t>a-z</a:t>
                      </a:r>
                      <a:r>
                        <a:rPr lang="en-US" baseline="0" dirty="0"/>
                        <a:t>, and </a:t>
                      </a:r>
                      <a:r>
                        <a:rPr lang="en-US" b="1" baseline="0" dirty="0"/>
                        <a:t>0-9</a:t>
                      </a:r>
                      <a:endParaRPr lang="bg-BG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[:word:]</a:t>
                      </a:r>
                      <a:endParaRPr lang="bg-BG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Same as [:</a:t>
                      </a:r>
                      <a:r>
                        <a:rPr lang="en-US" dirty="0" err="1"/>
                        <a:t>alnum</a:t>
                      </a:r>
                      <a:r>
                        <a:rPr lang="en-US" dirty="0"/>
                        <a:t>:]</a:t>
                      </a:r>
                      <a:r>
                        <a:rPr lang="en-US" baseline="0" dirty="0"/>
                        <a:t> including underscore (</a:t>
                      </a:r>
                      <a:r>
                        <a:rPr lang="en-US" b="1" baseline="0" dirty="0"/>
                        <a:t>_</a:t>
                      </a:r>
                      <a:r>
                        <a:rPr lang="en-US" baseline="0" dirty="0"/>
                        <a:t>)</a:t>
                      </a:r>
                      <a:endParaRPr lang="bg-B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[:alpha:]</a:t>
                      </a:r>
                      <a:endParaRPr lang="bg-BG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Alphabetic characters </a:t>
                      </a:r>
                      <a:r>
                        <a:rPr lang="en-US" b="1" dirty="0"/>
                        <a:t>A-Z</a:t>
                      </a:r>
                      <a:r>
                        <a:rPr lang="en-US" baseline="0" dirty="0"/>
                        <a:t> and </a:t>
                      </a:r>
                      <a:r>
                        <a:rPr lang="en-US" b="1" baseline="0" dirty="0"/>
                        <a:t>a-z</a:t>
                      </a:r>
                      <a:endParaRPr lang="bg-BG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[:digit:]</a:t>
                      </a:r>
                      <a:endParaRPr lang="bg-BG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Numeric</a:t>
                      </a:r>
                      <a:r>
                        <a:rPr lang="en-US" baseline="0" dirty="0"/>
                        <a:t> characters </a:t>
                      </a:r>
                      <a:r>
                        <a:rPr lang="en-US" b="1" baseline="0" dirty="0"/>
                        <a:t>0-9</a:t>
                      </a:r>
                      <a:endParaRPr lang="bg-BG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[:lower:]</a:t>
                      </a:r>
                      <a:endParaRPr lang="bg-BG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lowercase</a:t>
                      </a:r>
                      <a:r>
                        <a:rPr lang="en-US" baseline="0" dirty="0"/>
                        <a:t> letters </a:t>
                      </a:r>
                      <a:r>
                        <a:rPr lang="en-US" b="1" baseline="0" dirty="0"/>
                        <a:t>a-z</a:t>
                      </a:r>
                      <a:endParaRPr lang="bg-BG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[:upper:]</a:t>
                      </a:r>
                      <a:endParaRPr lang="bg-BG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uppercase letters </a:t>
                      </a:r>
                      <a:r>
                        <a:rPr lang="en-US" b="1" dirty="0"/>
                        <a:t>A-Z</a:t>
                      </a:r>
                      <a:endParaRPr lang="bg-BG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1943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*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All files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a*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Any file beginning with </a:t>
            </a:r>
            <a:r>
              <a:rPr lang="en-US" b="1" i="1" dirty="0">
                <a:solidFill>
                  <a:schemeClr val="bg1"/>
                </a:solidFill>
              </a:rPr>
              <a:t>a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a*.txt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Any file beginning with </a:t>
            </a:r>
            <a:r>
              <a:rPr lang="en-US" b="1" i="1" dirty="0">
                <a:solidFill>
                  <a:schemeClr val="bg1"/>
                </a:solidFill>
              </a:rPr>
              <a:t>a</a:t>
            </a:r>
            <a:r>
              <a:rPr lang="en-US" b="1" i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and ending with </a:t>
            </a:r>
            <a:r>
              <a:rPr lang="en-US" b="1" i="1" dirty="0">
                <a:solidFill>
                  <a:schemeClr val="bg1"/>
                </a:solidFill>
              </a:rPr>
              <a:t>.txt</a:t>
            </a: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[</a:t>
            </a:r>
            <a:r>
              <a:rPr lang="en-US" b="1" dirty="0" err="1">
                <a:solidFill>
                  <a:schemeClr val="bg1"/>
                </a:solidFill>
              </a:rPr>
              <a:t>abc</a:t>
            </a:r>
            <a:r>
              <a:rPr lang="en-US" b="1" dirty="0">
                <a:solidFill>
                  <a:schemeClr val="bg1"/>
                </a:solidFill>
              </a:rPr>
              <a:t>]???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Any file beginning with either </a:t>
            </a:r>
            <a:r>
              <a:rPr lang="en-US" b="1" i="1" dirty="0">
                <a:solidFill>
                  <a:schemeClr val="bg1"/>
                </a:solidFill>
              </a:rPr>
              <a:t>a</a:t>
            </a:r>
            <a:r>
              <a:rPr lang="en-US" dirty="0"/>
              <a:t>, </a:t>
            </a:r>
            <a:r>
              <a:rPr lang="en-US" b="1" i="1" dirty="0">
                <a:solidFill>
                  <a:schemeClr val="bg1"/>
                </a:solidFill>
              </a:rPr>
              <a:t>b</a:t>
            </a:r>
            <a:r>
              <a:rPr lang="en-US" dirty="0"/>
              <a:t>, or </a:t>
            </a:r>
            <a:r>
              <a:rPr lang="en-US" b="1" i="1" dirty="0">
                <a:solidFill>
                  <a:schemeClr val="bg1"/>
                </a:solidFill>
              </a:rPr>
              <a:t>c</a:t>
            </a:r>
            <a:r>
              <a:rPr lang="en-US" dirty="0"/>
              <a:t>, and followed by </a:t>
            </a:r>
            <a:r>
              <a:rPr lang="en-US" b="1" i="1" dirty="0">
                <a:solidFill>
                  <a:schemeClr val="bg1"/>
                </a:solidFill>
              </a:rPr>
              <a:t>3 chars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Globing Examples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439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Inclusion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Exclusion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Ranges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Bracket Expressions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507968" y="1798689"/>
            <a:ext cx="11049000" cy="715911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ls</a:t>
            </a:r>
            <a:r>
              <a:rPr lang="en-US" sz="3000" dirty="0">
                <a:solidFill>
                  <a:schemeClr val="tx1"/>
                </a:solidFill>
                <a:effectLst/>
              </a:rPr>
              <a:t> [abc]*.txt</a:t>
            </a: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07968" y="3116079"/>
            <a:ext cx="11049000" cy="693921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ls</a:t>
            </a:r>
            <a:r>
              <a:rPr lang="en-US" sz="3000" dirty="0">
                <a:solidFill>
                  <a:schemeClr val="tx1"/>
                </a:solidFill>
                <a:effectLst/>
              </a:rPr>
              <a:t> [^abc]*.txt</a:t>
            </a:r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507968" y="4479558"/>
            <a:ext cx="11049000" cy="70204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ls</a:t>
            </a:r>
            <a:r>
              <a:rPr lang="en-US" sz="3000" dirty="0">
                <a:solidFill>
                  <a:schemeClr val="tx1"/>
                </a:solidFill>
                <a:effectLst/>
              </a:rPr>
              <a:t> [a-z]*.txt</a:t>
            </a:r>
          </a:p>
        </p:txBody>
      </p:sp>
    </p:spTree>
    <p:extLst>
      <p:ext uri="{BB962C8B-B14F-4D97-AF65-F5344CB8AC3E}">
        <p14:creationId xmlns:p14="http://schemas.microsoft.com/office/powerpoint/2010/main" val="2349142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Consists of </a:t>
            </a:r>
            <a:r>
              <a:rPr lang="en-US" b="1" dirty="0">
                <a:solidFill>
                  <a:schemeClr val="bg1"/>
                </a:solidFill>
              </a:rPr>
              <a:t>literals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chemeClr val="bg1"/>
                </a:solidFill>
              </a:rPr>
              <a:t>metacharacters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Basic Regular Expressions (BRE)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^</a:t>
            </a:r>
            <a:r>
              <a:rPr lang="en-US" dirty="0"/>
              <a:t> , </a:t>
            </a:r>
            <a:r>
              <a:rPr lang="en-US" b="1" dirty="0">
                <a:solidFill>
                  <a:schemeClr val="bg1"/>
                </a:solidFill>
              </a:rPr>
              <a:t>$</a:t>
            </a:r>
            <a:r>
              <a:rPr lang="en-US" dirty="0"/>
              <a:t> , </a:t>
            </a:r>
            <a:r>
              <a:rPr lang="en-US" b="1" dirty="0">
                <a:solidFill>
                  <a:schemeClr val="bg1"/>
                </a:solidFill>
              </a:rPr>
              <a:t>.</a:t>
            </a:r>
            <a:r>
              <a:rPr lang="en-US" dirty="0"/>
              <a:t> , </a:t>
            </a:r>
            <a:r>
              <a:rPr lang="en-US" b="1" dirty="0">
                <a:solidFill>
                  <a:schemeClr val="bg1"/>
                </a:solidFill>
              </a:rPr>
              <a:t>[</a:t>
            </a:r>
            <a:r>
              <a:rPr lang="en-US" dirty="0"/>
              <a:t> , </a:t>
            </a:r>
            <a:r>
              <a:rPr lang="en-US" b="1" dirty="0">
                <a:solidFill>
                  <a:schemeClr val="bg1"/>
                </a:solidFill>
              </a:rPr>
              <a:t>]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, </a:t>
            </a:r>
            <a:r>
              <a:rPr lang="en-US" b="1" dirty="0">
                <a:solidFill>
                  <a:schemeClr val="bg1"/>
                </a:solidFill>
              </a:rPr>
              <a:t>*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Extended Regular Expressions (ERE)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BRE + </a:t>
            </a:r>
            <a:r>
              <a:rPr lang="en-US" b="1" dirty="0">
                <a:solidFill>
                  <a:schemeClr val="bg1"/>
                </a:solidFill>
              </a:rPr>
              <a:t>(</a:t>
            </a:r>
            <a:r>
              <a:rPr lang="en-US" dirty="0"/>
              <a:t> , </a:t>
            </a:r>
            <a:r>
              <a:rPr lang="en-US" b="1" dirty="0">
                <a:solidFill>
                  <a:schemeClr val="bg1"/>
                </a:solidFill>
              </a:rPr>
              <a:t>)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, </a:t>
            </a:r>
            <a:r>
              <a:rPr lang="en-US" b="1" dirty="0">
                <a:solidFill>
                  <a:schemeClr val="bg1"/>
                </a:solidFill>
              </a:rPr>
              <a:t>{</a:t>
            </a:r>
            <a:r>
              <a:rPr lang="en-US" dirty="0"/>
              <a:t> , </a:t>
            </a:r>
            <a:r>
              <a:rPr lang="en-US" b="1" dirty="0">
                <a:solidFill>
                  <a:schemeClr val="bg1"/>
                </a:solidFill>
              </a:rPr>
              <a:t>}</a:t>
            </a:r>
            <a:r>
              <a:rPr lang="en-US" dirty="0"/>
              <a:t> , </a:t>
            </a:r>
            <a:r>
              <a:rPr lang="en-US" b="1" dirty="0">
                <a:solidFill>
                  <a:schemeClr val="bg1"/>
                </a:solidFill>
              </a:rPr>
              <a:t>?</a:t>
            </a:r>
            <a:r>
              <a:rPr lang="en-US" dirty="0"/>
              <a:t> , </a:t>
            </a:r>
            <a:r>
              <a:rPr lang="en-US" b="1" dirty="0">
                <a:solidFill>
                  <a:schemeClr val="bg1"/>
                </a:solidFill>
              </a:rPr>
              <a:t>+</a:t>
            </a:r>
            <a:r>
              <a:rPr lang="en-US" dirty="0"/>
              <a:t> , </a:t>
            </a:r>
            <a:r>
              <a:rPr lang="en-US" b="1" dirty="0">
                <a:solidFill>
                  <a:schemeClr val="bg1"/>
                </a:solidFill>
              </a:rPr>
              <a:t>|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836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.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any single character - (.text) =&gt; </a:t>
            </a:r>
            <a:r>
              <a:rPr lang="en-US" dirty="0" err="1"/>
              <a:t>atext</a:t>
            </a:r>
            <a:r>
              <a:rPr lang="en-US" dirty="0"/>
              <a:t>, btext2, 2text, …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^ 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Begging of the line - (^text) =&gt; text, </a:t>
            </a:r>
            <a:r>
              <a:rPr lang="en-US" dirty="0" err="1"/>
              <a:t>textone</a:t>
            </a:r>
            <a:r>
              <a:rPr lang="en-US" dirty="0"/>
              <a:t>, </a:t>
            </a:r>
            <a:r>
              <a:rPr lang="en-US" dirty="0" err="1"/>
              <a:t>texttwo</a:t>
            </a:r>
            <a:r>
              <a:rPr lang="en-US" dirty="0"/>
              <a:t>, …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$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End of the line - (text$) =&gt; text, </a:t>
            </a:r>
            <a:r>
              <a:rPr lang="en-US" dirty="0" err="1"/>
              <a:t>newtext</a:t>
            </a:r>
            <a:r>
              <a:rPr lang="en-US" dirty="0"/>
              <a:t>, </a:t>
            </a:r>
            <a:r>
              <a:rPr lang="en-US" dirty="0" err="1"/>
              <a:t>lasttext</a:t>
            </a:r>
            <a:r>
              <a:rPr lang="en-US" dirty="0"/>
              <a:t>, …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\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Escape character - (.\.text) =&gt; </a:t>
            </a:r>
            <a:r>
              <a:rPr lang="en-US" dirty="0" err="1"/>
              <a:t>new.text</a:t>
            </a:r>
            <a:r>
              <a:rPr lang="en-US" dirty="0"/>
              <a:t>, new.text2, …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Characters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344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?</a:t>
            </a:r>
            <a:endParaRPr lang="en-US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Match an element </a:t>
            </a:r>
            <a:r>
              <a:rPr lang="en-US" b="1" i="1" dirty="0">
                <a:solidFill>
                  <a:schemeClr val="bg1"/>
                </a:solidFill>
              </a:rPr>
              <a:t>zero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times or </a:t>
            </a:r>
            <a:r>
              <a:rPr lang="en-US" b="1" i="1" dirty="0">
                <a:solidFill>
                  <a:schemeClr val="bg1"/>
                </a:solidFill>
              </a:rPr>
              <a:t>one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time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*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Match an element </a:t>
            </a:r>
            <a:r>
              <a:rPr lang="en-US" b="1" i="1" dirty="0">
                <a:solidFill>
                  <a:schemeClr val="bg1"/>
                </a:solidFill>
              </a:rPr>
              <a:t>zero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or </a:t>
            </a:r>
            <a:r>
              <a:rPr lang="en-US" b="1" i="1" dirty="0">
                <a:solidFill>
                  <a:schemeClr val="bg1"/>
                </a:solidFill>
              </a:rPr>
              <a:t>more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times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+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Match an element </a:t>
            </a:r>
            <a:r>
              <a:rPr lang="en-US" b="1" i="1" dirty="0">
                <a:solidFill>
                  <a:schemeClr val="bg1"/>
                </a:solidFill>
              </a:rPr>
              <a:t>one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or </a:t>
            </a:r>
            <a:r>
              <a:rPr lang="en-US" b="1" i="1" dirty="0">
                <a:solidFill>
                  <a:schemeClr val="bg1"/>
                </a:solidFill>
              </a:rPr>
              <a:t>more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times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{}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Match an element a </a:t>
            </a:r>
            <a:r>
              <a:rPr lang="en-US" b="1" i="1" dirty="0">
                <a:solidFill>
                  <a:schemeClr val="bg1"/>
                </a:solidFill>
              </a:rPr>
              <a:t>specific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b="1" i="1" dirty="0">
                <a:solidFill>
                  <a:schemeClr val="bg1"/>
                </a:solidFill>
              </a:rPr>
              <a:t>number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of times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Quantifiers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37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49762"/>
              </p:ext>
            </p:extLst>
          </p:nvPr>
        </p:nvGraphicFramePr>
        <p:xfrm>
          <a:off x="7660915" y="3581400"/>
          <a:ext cx="4334319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9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Rule</a:t>
                      </a:r>
                      <a:endParaRPr lang="bg-BG" sz="18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Meaning</a:t>
                      </a:r>
                      <a:endParaRPr lang="bg-BG" sz="18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{n}</a:t>
                      </a:r>
                      <a:endParaRPr lang="bg-BG" sz="18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Exactly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="1" i="1" baseline="0" dirty="0">
                          <a:solidFill>
                            <a:schemeClr val="bg1"/>
                          </a:solidFill>
                        </a:rPr>
                        <a:t>n</a:t>
                      </a:r>
                      <a:r>
                        <a:rPr lang="en-US" sz="1800" baseline="0" dirty="0"/>
                        <a:t> times</a:t>
                      </a:r>
                      <a:endParaRPr lang="bg-BG" sz="18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{</a:t>
                      </a:r>
                      <a:r>
                        <a:rPr lang="en-US" sz="1800" dirty="0" err="1"/>
                        <a:t>n,m</a:t>
                      </a:r>
                      <a:r>
                        <a:rPr lang="en-US" sz="1800" dirty="0"/>
                        <a:t>}</a:t>
                      </a:r>
                      <a:endParaRPr lang="bg-BG" sz="18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At least </a:t>
                      </a:r>
                      <a:r>
                        <a:rPr lang="en-US" sz="1800" b="1" i="1" dirty="0">
                          <a:solidFill>
                            <a:schemeClr val="bg1"/>
                          </a:solidFill>
                        </a:rPr>
                        <a:t>n</a:t>
                      </a:r>
                      <a:r>
                        <a:rPr lang="en-US" sz="1800" dirty="0"/>
                        <a:t> times,</a:t>
                      </a:r>
                      <a:r>
                        <a:rPr lang="en-US" sz="1800" baseline="0" dirty="0"/>
                        <a:t> but not more than </a:t>
                      </a:r>
                      <a:r>
                        <a:rPr lang="en-US" sz="1800" b="1" i="1" baseline="0" dirty="0">
                          <a:solidFill>
                            <a:schemeClr val="bg1"/>
                          </a:solidFill>
                        </a:rPr>
                        <a:t>m</a:t>
                      </a:r>
                      <a:r>
                        <a:rPr lang="en-US" sz="1800" baseline="0" dirty="0"/>
                        <a:t> times</a:t>
                      </a:r>
                      <a:endParaRPr lang="bg-BG" sz="18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{n,}</a:t>
                      </a:r>
                      <a:endParaRPr lang="bg-BG" sz="18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1" dirty="0">
                          <a:solidFill>
                            <a:schemeClr val="bg1"/>
                          </a:solidFill>
                        </a:rPr>
                        <a:t>n</a:t>
                      </a:r>
                      <a:r>
                        <a:rPr lang="en-US" sz="1800" dirty="0"/>
                        <a:t> or more</a:t>
                      </a:r>
                      <a:r>
                        <a:rPr lang="en-US" sz="1800" baseline="0" dirty="0"/>
                        <a:t> times</a:t>
                      </a:r>
                      <a:endParaRPr lang="bg-BG" sz="18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{,m}</a:t>
                      </a:r>
                      <a:endParaRPr lang="bg-BG" sz="18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No more than </a:t>
                      </a:r>
                      <a:r>
                        <a:rPr lang="en-US" sz="1800" b="1" i="1" dirty="0">
                          <a:solidFill>
                            <a:schemeClr val="bg1"/>
                          </a:solidFill>
                        </a:rPr>
                        <a:t>m</a:t>
                      </a:r>
                      <a:r>
                        <a:rPr lang="en-US" sz="1800" dirty="0"/>
                        <a:t> times</a:t>
                      </a:r>
                      <a:endParaRPr lang="bg-BG" sz="18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 flipV="1">
            <a:off x="6475412" y="4800600"/>
            <a:ext cx="1066800" cy="9144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394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Print lines matching a pattern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grep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grep [options] patterns [files]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Display lines containing the false word #1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grep -n false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etc</a:t>
            </a:r>
            <a:r>
              <a:rPr lang="en-US" sz="3000" dirty="0">
                <a:solidFill>
                  <a:schemeClr val="tx1"/>
                </a:solidFill>
                <a:effectLst/>
              </a:rPr>
              <a:t>/passwd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Display lines containing the false word #2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cat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etc</a:t>
            </a:r>
            <a:r>
              <a:rPr lang="en-US" sz="3000" dirty="0">
                <a:solidFill>
                  <a:schemeClr val="tx1"/>
                </a:solidFill>
                <a:effectLst/>
              </a:rPr>
              <a:t>/passwd | grep -n false</a:t>
            </a:r>
          </a:p>
        </p:txBody>
      </p:sp>
    </p:spTree>
    <p:extLst>
      <p:ext uri="{BB962C8B-B14F-4D97-AF65-F5344CB8AC3E}">
        <p14:creationId xmlns:p14="http://schemas.microsoft.com/office/powerpoint/2010/main" val="2017595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Display all lines starting with </a:t>
            </a:r>
            <a:r>
              <a:rPr lang="en-US" b="1" i="1" dirty="0">
                <a:solidFill>
                  <a:schemeClr val="bg1"/>
                </a:solidFill>
              </a:rPr>
              <a:t>one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or </a:t>
            </a:r>
            <a:r>
              <a:rPr lang="en-US" b="1" i="1" dirty="0">
                <a:solidFill>
                  <a:schemeClr val="bg1"/>
                </a:solidFill>
              </a:rPr>
              <a:t>two</a:t>
            </a:r>
            <a:endParaRPr lang="en-US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Display all lines starting with </a:t>
            </a:r>
            <a:r>
              <a:rPr lang="en-US" b="1" i="1" dirty="0">
                <a:solidFill>
                  <a:schemeClr val="bg1"/>
                </a:solidFill>
              </a:rPr>
              <a:t>one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or containing </a:t>
            </a:r>
            <a:r>
              <a:rPr lang="en-US" b="1" i="1" dirty="0">
                <a:solidFill>
                  <a:schemeClr val="bg1"/>
                </a:solidFill>
              </a:rPr>
              <a:t>two</a:t>
            </a: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Display all lines containing first </a:t>
            </a:r>
            <a:r>
              <a:rPr lang="en-US" b="1" i="1" dirty="0">
                <a:solidFill>
                  <a:schemeClr val="bg1"/>
                </a:solidFill>
              </a:rPr>
              <a:t>one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and then </a:t>
            </a:r>
            <a:r>
              <a:rPr lang="en-US" b="1" i="1" dirty="0">
                <a:solidFill>
                  <a:schemeClr val="bg1"/>
                </a:solidFill>
              </a:rPr>
              <a:t>two</a:t>
            </a: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Display all lines containing </a:t>
            </a:r>
            <a:r>
              <a:rPr lang="en-US" b="1" i="1" dirty="0">
                <a:solidFill>
                  <a:schemeClr val="bg1"/>
                </a:solidFill>
              </a:rPr>
              <a:t>one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b="1" i="1" dirty="0">
                <a:solidFill>
                  <a:schemeClr val="bg1"/>
                </a:solidFill>
              </a:rPr>
              <a:t>two</a:t>
            </a:r>
            <a:r>
              <a:rPr lang="en-US" b="1" i="1" dirty="0"/>
              <a:t> </a:t>
            </a:r>
            <a:r>
              <a:rPr lang="en-US" dirty="0"/>
              <a:t>in any order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Few Usage Scenarios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517412" y="3086481"/>
            <a:ext cx="11049000" cy="64731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grep -E '^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one|two</a:t>
            </a:r>
            <a:r>
              <a:rPr lang="en-US" sz="3000" dirty="0">
                <a:solidFill>
                  <a:schemeClr val="tx1"/>
                </a:solidFill>
                <a:effectLst/>
              </a:rPr>
              <a:t>' list.txt</a:t>
            </a: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17412" y="1707557"/>
            <a:ext cx="11049000" cy="60548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grep -E '^(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one|two</a:t>
            </a:r>
            <a:r>
              <a:rPr lang="en-US" sz="3000" dirty="0">
                <a:solidFill>
                  <a:schemeClr val="tx1"/>
                </a:solidFill>
                <a:effectLst/>
              </a:rPr>
              <a:t>)' list.txt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0DB787D-C94C-433D-84F1-61D3B15ED4E0}"/>
              </a:ext>
            </a:extLst>
          </p:cNvPr>
          <p:cNvSpPr txBox="1">
            <a:spLocks/>
          </p:cNvSpPr>
          <p:nvPr/>
        </p:nvSpPr>
        <p:spPr>
          <a:xfrm>
            <a:off x="517412" y="4418176"/>
            <a:ext cx="11049000" cy="64731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grep -E 'one.*two' list.txt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74288AB6-AEB4-42AC-BC98-E2D3B358BB4C}"/>
              </a:ext>
            </a:extLst>
          </p:cNvPr>
          <p:cNvSpPr txBox="1">
            <a:spLocks/>
          </p:cNvSpPr>
          <p:nvPr/>
        </p:nvSpPr>
        <p:spPr>
          <a:xfrm>
            <a:off x="514400" y="5749875"/>
            <a:ext cx="11049000" cy="64731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grep one list.txt | grep two</a:t>
            </a:r>
          </a:p>
        </p:txBody>
      </p:sp>
    </p:spTree>
    <p:extLst>
      <p:ext uri="{BB962C8B-B14F-4D97-AF65-F5344CB8AC3E}">
        <p14:creationId xmlns:p14="http://schemas.microsoft.com/office/powerpoint/2010/main" val="357713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EBEEFA-33B2-484E-8DA9-B23BC726B7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Search for Files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AD7B6A-2218-41D8-A08C-69532FD4E2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Find them. Work with them</a:t>
            </a:r>
          </a:p>
        </p:txBody>
      </p:sp>
    </p:spTree>
    <p:extLst>
      <p:ext uri="{BB962C8B-B14F-4D97-AF65-F5344CB8AC3E}">
        <p14:creationId xmlns:p14="http://schemas.microsoft.com/office/powerpoint/2010/main" val="2513873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Search for files in a directory hierarchy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find [options] [starting point] [expression]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Find all *.txt files starting from current </a:t>
            </a:r>
            <a:r>
              <a:rPr lang="en-US" sz="3000" dirty="0" err="1">
                <a:solidFill>
                  <a:schemeClr val="bg1"/>
                </a:solidFill>
                <a:effectLst/>
              </a:rPr>
              <a:t>dir</a:t>
            </a:r>
            <a:endParaRPr lang="en-US" sz="3000" dirty="0">
              <a:solidFill>
                <a:schemeClr val="bg1"/>
              </a:solidFill>
              <a:effectLst/>
            </a:endParaRP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find . -type f -name *.txt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Search for files executable by others 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find . -type f -perm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o+x</a:t>
            </a:r>
            <a:endParaRPr lang="en-US" sz="300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9224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All files owned by particular user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All files that do not belong to particular user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All files bigger than 10 MB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All files changed today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find Scenarios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568324" y="182880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root@host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~]# </a:t>
            </a:r>
            <a:r>
              <a:rPr lang="en-US" sz="3000" dirty="0">
                <a:solidFill>
                  <a:schemeClr val="tx1"/>
                </a:solidFill>
                <a:effectLst/>
              </a:rPr>
              <a:t>find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tmp</a:t>
            </a:r>
            <a:r>
              <a:rPr lang="en-US" sz="3000" dirty="0">
                <a:solidFill>
                  <a:schemeClr val="tx1"/>
                </a:solidFill>
                <a:effectLst/>
              </a:rPr>
              <a:t> -type f -user root</a:t>
            </a: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root@host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~]# </a:t>
            </a:r>
            <a:r>
              <a:rPr lang="en-US" sz="3000" dirty="0">
                <a:solidFill>
                  <a:schemeClr val="tx1"/>
                </a:solidFill>
                <a:effectLst/>
              </a:rPr>
              <a:t>find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tmp</a:t>
            </a:r>
            <a:r>
              <a:rPr lang="en-US" sz="3000" dirty="0">
                <a:solidFill>
                  <a:schemeClr val="tx1"/>
                </a:solidFill>
                <a:effectLst/>
              </a:rPr>
              <a:t> -type f ! -user root</a:t>
            </a:r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568324" y="4402395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root@host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~]# </a:t>
            </a:r>
            <a:r>
              <a:rPr lang="en-US" sz="3000" dirty="0">
                <a:solidFill>
                  <a:schemeClr val="tx1"/>
                </a:solidFill>
                <a:effectLst/>
              </a:rPr>
              <a:t>find / -type f -size +10M -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ls</a:t>
            </a:r>
            <a:endParaRPr lang="en-US" sz="300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5763858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root@host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~]# </a:t>
            </a:r>
            <a:r>
              <a:rPr lang="en-US" sz="3000" dirty="0">
                <a:solidFill>
                  <a:schemeClr val="tx1"/>
                </a:solidFill>
                <a:effectLst/>
              </a:rPr>
              <a:t>find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tmp</a:t>
            </a:r>
            <a:r>
              <a:rPr lang="en-US" sz="3000" dirty="0">
                <a:solidFill>
                  <a:schemeClr val="tx1"/>
                </a:solidFill>
                <a:effectLst/>
              </a:rPr>
              <a:t> -type f -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mtime</a:t>
            </a:r>
            <a:r>
              <a:rPr lang="en-US" sz="3000" dirty="0">
                <a:solidFill>
                  <a:schemeClr val="tx1"/>
                </a:solidFill>
                <a:effectLst/>
              </a:rPr>
              <a:t> 0 -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ls</a:t>
            </a:r>
            <a:endParaRPr lang="en-US" sz="300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45402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Find files by name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locate*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locate [options] pattern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Locate all readme files</a:t>
            </a:r>
          </a:p>
          <a:p>
            <a:r>
              <a:rPr lang="en-US" sz="300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root@host</a:t>
            </a:r>
            <a:r>
              <a:rPr lang="en-US" sz="3000" dirty="0">
                <a:solidFill>
                  <a:schemeClr val="tx1"/>
                </a:solidFill>
                <a:effectLst/>
              </a:rPr>
              <a:t> ~]# locate readme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Locate all readme files in a case insensitive way</a:t>
            </a:r>
          </a:p>
          <a:p>
            <a:r>
              <a:rPr lang="en-US" sz="300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root@host</a:t>
            </a:r>
            <a:r>
              <a:rPr lang="en-US" sz="3000" dirty="0">
                <a:solidFill>
                  <a:schemeClr val="tx1"/>
                </a:solidFill>
                <a:effectLst/>
              </a:rPr>
              <a:t> ~]# locate -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i</a:t>
            </a:r>
            <a:r>
              <a:rPr lang="en-US" sz="3000" dirty="0">
                <a:solidFill>
                  <a:schemeClr val="tx1"/>
                </a:solidFill>
                <a:effectLst/>
              </a:rPr>
              <a:t> readme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A1DA32-ECB5-441A-8C53-9D6F4B263908}"/>
              </a:ext>
            </a:extLst>
          </p:cNvPr>
          <p:cNvSpPr txBox="1"/>
          <p:nvPr/>
        </p:nvSpPr>
        <p:spPr>
          <a:xfrm>
            <a:off x="1635124" y="6297845"/>
            <a:ext cx="8915400" cy="50754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dirty="0"/>
              <a:t>* It is not installed automatically in every distribution. You may have to install it additionally</a:t>
            </a:r>
          </a:p>
        </p:txBody>
      </p:sp>
    </p:spTree>
    <p:extLst>
      <p:ext uri="{BB962C8B-B14F-4D97-AF65-F5344CB8AC3E}">
        <p14:creationId xmlns:p14="http://schemas.microsoft.com/office/powerpoint/2010/main" val="175929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  <p:bldP spid="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Update a database for </a:t>
            </a:r>
            <a:r>
              <a:rPr lang="en-US" dirty="0" err="1"/>
              <a:t>mlocate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updatedb</a:t>
            </a:r>
            <a:r>
              <a:rPr lang="en-US" dirty="0"/>
              <a:t>*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updatedb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Update the database</a:t>
            </a:r>
          </a:p>
          <a:p>
            <a:r>
              <a:rPr lang="en-US" sz="300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root@host</a:t>
            </a:r>
            <a:r>
              <a:rPr lang="en-US" sz="3000" dirty="0">
                <a:solidFill>
                  <a:schemeClr val="tx1"/>
                </a:solidFill>
                <a:effectLst/>
              </a:rPr>
              <a:t> ~]#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updatedb</a:t>
            </a:r>
            <a:endParaRPr lang="en-US" sz="3000" dirty="0">
              <a:solidFill>
                <a:schemeClr val="tx1"/>
              </a:solidFill>
              <a:effectLst/>
            </a:endParaRP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Write the update to a file</a:t>
            </a:r>
          </a:p>
          <a:p>
            <a:r>
              <a:rPr lang="en-US" sz="300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root@host</a:t>
            </a:r>
            <a:r>
              <a:rPr lang="en-US" sz="3000" dirty="0">
                <a:solidFill>
                  <a:schemeClr val="tx1"/>
                </a:solidFill>
                <a:effectLst/>
              </a:rPr>
              <a:t> ~]#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updatedb</a:t>
            </a:r>
            <a:r>
              <a:rPr lang="en-US" sz="3000" dirty="0">
                <a:solidFill>
                  <a:schemeClr val="tx1"/>
                </a:solidFill>
                <a:effectLst/>
              </a:rPr>
              <a:t> -o output.txt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72E5CF-CF01-4666-971F-90810412CF7C}"/>
              </a:ext>
            </a:extLst>
          </p:cNvPr>
          <p:cNvSpPr txBox="1"/>
          <p:nvPr/>
        </p:nvSpPr>
        <p:spPr>
          <a:xfrm>
            <a:off x="1635124" y="6297845"/>
            <a:ext cx="8915400" cy="50754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dirty="0"/>
              <a:t>* It is not installed automatically in every distribution. You may have to install it additionally</a:t>
            </a:r>
          </a:p>
        </p:txBody>
      </p:sp>
    </p:spTree>
    <p:extLst>
      <p:ext uri="{BB962C8B-B14F-4D97-AF65-F5344CB8AC3E}">
        <p14:creationId xmlns:p14="http://schemas.microsoft.com/office/powerpoint/2010/main" val="974728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4EE4C8-E72B-40DC-8504-149622D770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Extract Data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9EB99E-7F9E-4E4B-8CB8-CBC733FA9E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Extract Data from Files. Combine Files</a:t>
            </a:r>
          </a:p>
        </p:txBody>
      </p:sp>
    </p:spTree>
    <p:extLst>
      <p:ext uri="{BB962C8B-B14F-4D97-AF65-F5344CB8AC3E}">
        <p14:creationId xmlns:p14="http://schemas.microsoft.com/office/powerpoint/2010/main" val="3929388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Concatenate and print files in reverse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tac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tac [options] [files]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Print one file in reverse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tac readme.txt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Print /</a:t>
            </a:r>
            <a:r>
              <a:rPr lang="en-US" sz="3000" dirty="0" err="1">
                <a:solidFill>
                  <a:schemeClr val="bg1"/>
                </a:solidFill>
                <a:effectLst/>
              </a:rPr>
              <a:t>etc</a:t>
            </a:r>
            <a:r>
              <a:rPr lang="en-US" sz="3000" dirty="0">
                <a:solidFill>
                  <a:schemeClr val="bg1"/>
                </a:solidFill>
                <a:effectLst/>
              </a:rPr>
              <a:t>/*.conf files in reverse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tac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etc</a:t>
            </a:r>
            <a:r>
              <a:rPr lang="en-US" sz="3000" dirty="0">
                <a:solidFill>
                  <a:schemeClr val="tx1"/>
                </a:solidFill>
                <a:effectLst/>
              </a:rPr>
              <a:t>/*.conf</a:t>
            </a:r>
          </a:p>
        </p:txBody>
      </p:sp>
    </p:spTree>
    <p:extLst>
      <p:ext uri="{BB962C8B-B14F-4D97-AF65-F5344CB8AC3E}">
        <p14:creationId xmlns:p14="http://schemas.microsoft.com/office/powerpoint/2010/main" val="2319683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 filter for paging through text one screen at a time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more [options] [files]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Open one file for reading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more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etc</a:t>
            </a:r>
            <a:r>
              <a:rPr lang="en-US" sz="3000" dirty="0">
                <a:solidFill>
                  <a:schemeClr val="tx1"/>
                </a:solidFill>
                <a:effectLst/>
              </a:rPr>
              <a:t>/services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Open two files for reading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more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etc</a:t>
            </a:r>
            <a:r>
              <a:rPr lang="en-US" sz="3000" dirty="0">
                <a:solidFill>
                  <a:schemeClr val="tx1"/>
                </a:solidFill>
                <a:effectLst/>
              </a:rPr>
              <a:t>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os</a:t>
            </a:r>
            <a:r>
              <a:rPr lang="en-US" sz="3000" dirty="0">
                <a:solidFill>
                  <a:schemeClr val="tx1"/>
                </a:solidFill>
                <a:effectLst/>
              </a:rPr>
              <a:t>-release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etc</a:t>
            </a:r>
            <a:r>
              <a:rPr lang="en-US" sz="3000" dirty="0">
                <a:solidFill>
                  <a:schemeClr val="tx1"/>
                </a:solidFill>
                <a:effectLst/>
              </a:rPr>
              <a:t>/services</a:t>
            </a:r>
          </a:p>
        </p:txBody>
      </p:sp>
    </p:spTree>
    <p:extLst>
      <p:ext uri="{BB962C8B-B14F-4D97-AF65-F5344CB8AC3E}">
        <p14:creationId xmlns:p14="http://schemas.microsoft.com/office/powerpoint/2010/main" val="1757311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It is similar to more, but allows movement in both directions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less*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less [options] [files]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Open one file for reading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less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etc</a:t>
            </a:r>
            <a:r>
              <a:rPr lang="en-US" sz="3000" dirty="0">
                <a:solidFill>
                  <a:schemeClr val="tx1"/>
                </a:solidFill>
                <a:effectLst/>
              </a:rPr>
              <a:t>/services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Open two files for reading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less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etc</a:t>
            </a:r>
            <a:r>
              <a:rPr lang="en-US" sz="3000" dirty="0">
                <a:solidFill>
                  <a:schemeClr val="tx1"/>
                </a:solidFill>
                <a:effectLst/>
              </a:rPr>
              <a:t>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os</a:t>
            </a:r>
            <a:r>
              <a:rPr lang="en-US" sz="3000" dirty="0">
                <a:solidFill>
                  <a:schemeClr val="tx1"/>
                </a:solidFill>
                <a:effectLst/>
              </a:rPr>
              <a:t>-release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etc</a:t>
            </a:r>
            <a:r>
              <a:rPr lang="en-US" sz="3000" dirty="0">
                <a:solidFill>
                  <a:schemeClr val="tx1"/>
                </a:solidFill>
                <a:effectLst/>
              </a:rPr>
              <a:t>/services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462BBB-235C-44D7-8FF7-399C21B56E99}"/>
              </a:ext>
            </a:extLst>
          </p:cNvPr>
          <p:cNvSpPr txBox="1"/>
          <p:nvPr/>
        </p:nvSpPr>
        <p:spPr>
          <a:xfrm>
            <a:off x="4006415" y="6397191"/>
            <a:ext cx="4172818" cy="505752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800" dirty="0"/>
              <a:t>* A common joke says that </a:t>
            </a:r>
            <a:r>
              <a:rPr lang="en-US" sz="1800" b="1" dirty="0"/>
              <a:t>less is more </a:t>
            </a:r>
            <a:r>
              <a:rPr lang="en-US" sz="1800" dirty="0">
                <a:sym typeface="Wingdings" panose="05000000000000000000" pitchFamily="2" charset="2"/>
              </a:rPr>
              <a:t>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9575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Output the first part (10 lines by default) of files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head [options] [files]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Show first ten lines of a file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head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etc</a:t>
            </a:r>
            <a:r>
              <a:rPr lang="en-US" sz="3000" dirty="0">
                <a:solidFill>
                  <a:schemeClr val="tx1"/>
                </a:solidFill>
                <a:effectLst/>
              </a:rPr>
              <a:t>/passwd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Show first three lines of a file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head -n 3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etc</a:t>
            </a:r>
            <a:r>
              <a:rPr lang="en-US" sz="3000" dirty="0">
                <a:solidFill>
                  <a:schemeClr val="tx1"/>
                </a:solidFill>
                <a:effectLst/>
              </a:rPr>
              <a:t>/passwd</a:t>
            </a:r>
          </a:p>
        </p:txBody>
      </p:sp>
    </p:spTree>
    <p:extLst>
      <p:ext uri="{BB962C8B-B14F-4D97-AF65-F5344CB8AC3E}">
        <p14:creationId xmlns:p14="http://schemas.microsoft.com/office/powerpoint/2010/main" val="2534243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Output the last part (10 lines by default) of files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tail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tail [options] [files]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Show last ten lines of a file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tail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etc</a:t>
            </a:r>
            <a:r>
              <a:rPr lang="en-US" sz="3000" dirty="0">
                <a:solidFill>
                  <a:schemeClr val="tx1"/>
                </a:solidFill>
                <a:effectLst/>
              </a:rPr>
              <a:t>/passwd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Show last three lines of a file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tail -n 3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etc</a:t>
            </a:r>
            <a:r>
              <a:rPr lang="en-US" sz="3000" dirty="0">
                <a:solidFill>
                  <a:schemeClr val="tx1"/>
                </a:solidFill>
                <a:effectLst/>
              </a:rPr>
              <a:t>/passwd</a:t>
            </a:r>
          </a:p>
        </p:txBody>
      </p:sp>
    </p:spTree>
    <p:extLst>
      <p:ext uri="{BB962C8B-B14F-4D97-AF65-F5344CB8AC3E}">
        <p14:creationId xmlns:p14="http://schemas.microsoft.com/office/powerpoint/2010/main" val="3409523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Report or omit repeated lines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uniq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uniq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 [files]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Print only duplicate lines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uniq</a:t>
            </a:r>
            <a:r>
              <a:rPr lang="en-US" sz="3000" dirty="0">
                <a:solidFill>
                  <a:schemeClr val="tx1"/>
                </a:solidFill>
                <a:effectLst/>
              </a:rPr>
              <a:t> -D file.txt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Print contents with repeated lines omitted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uniq</a:t>
            </a:r>
            <a:r>
              <a:rPr lang="en-US" sz="3000" dirty="0">
                <a:solidFill>
                  <a:schemeClr val="tx1"/>
                </a:solidFill>
                <a:effectLst/>
              </a:rPr>
              <a:t> file.txt</a:t>
            </a:r>
          </a:p>
        </p:txBody>
      </p:sp>
    </p:spTree>
    <p:extLst>
      <p:ext uri="{BB962C8B-B14F-4D97-AF65-F5344CB8AC3E}">
        <p14:creationId xmlns:p14="http://schemas.microsoft.com/office/powerpoint/2010/main" val="1112943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Sort lines of text files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sort [options] [files]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Print sorted content of a file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sort file.txt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Print sorted only unique lines of a file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sort -u file.txt</a:t>
            </a:r>
          </a:p>
        </p:txBody>
      </p:sp>
    </p:spTree>
    <p:extLst>
      <p:ext uri="{BB962C8B-B14F-4D97-AF65-F5344CB8AC3E}">
        <p14:creationId xmlns:p14="http://schemas.microsoft.com/office/powerpoint/2010/main" val="4286442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Print newline, word, and byte counts for each file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wc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wc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 [files]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Print statistics for a file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wc</a:t>
            </a:r>
            <a:r>
              <a:rPr lang="en-US" sz="3000" dirty="0">
                <a:solidFill>
                  <a:schemeClr val="tx1"/>
                </a:solidFill>
                <a:effectLst/>
              </a:rPr>
              <a:t>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etc</a:t>
            </a:r>
            <a:r>
              <a:rPr lang="en-US" sz="3000" dirty="0">
                <a:solidFill>
                  <a:schemeClr val="tx1"/>
                </a:solidFill>
                <a:effectLst/>
              </a:rPr>
              <a:t>/service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Print number of newlines in a file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wc</a:t>
            </a:r>
            <a:r>
              <a:rPr lang="en-US" sz="3000" dirty="0">
                <a:solidFill>
                  <a:schemeClr val="tx1"/>
                </a:solidFill>
                <a:effectLst/>
              </a:rPr>
              <a:t> -l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etc</a:t>
            </a:r>
            <a:r>
              <a:rPr lang="en-US" sz="3000" dirty="0">
                <a:solidFill>
                  <a:schemeClr val="tx1"/>
                </a:solidFill>
                <a:effectLst/>
              </a:rPr>
              <a:t>/service</a:t>
            </a:r>
          </a:p>
        </p:txBody>
      </p:sp>
    </p:spTree>
    <p:extLst>
      <p:ext uri="{BB962C8B-B14F-4D97-AF65-F5344CB8AC3E}">
        <p14:creationId xmlns:p14="http://schemas.microsoft.com/office/powerpoint/2010/main" val="3601372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Add number to the beginning of every line in a file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nl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nl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 [files]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Print numbered lines read from a file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nl</a:t>
            </a:r>
            <a:r>
              <a:rPr lang="en-US" sz="3000" dirty="0">
                <a:solidFill>
                  <a:schemeClr val="tx1"/>
                </a:solidFill>
                <a:effectLst/>
              </a:rPr>
              <a:t>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etc</a:t>
            </a:r>
            <a:r>
              <a:rPr lang="en-US" sz="3000" dirty="0">
                <a:solidFill>
                  <a:schemeClr val="tx1"/>
                </a:solidFill>
                <a:effectLst/>
              </a:rPr>
              <a:t>/service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Print numbered lines with leading zeroes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nl</a:t>
            </a:r>
            <a:r>
              <a:rPr lang="en-US" sz="3000" dirty="0">
                <a:solidFill>
                  <a:schemeClr val="tx1"/>
                </a:solidFill>
                <a:effectLst/>
              </a:rPr>
              <a:t> -w 4 -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nrz</a:t>
            </a:r>
            <a:r>
              <a:rPr lang="en-US" sz="3000" dirty="0">
                <a:solidFill>
                  <a:schemeClr val="tx1"/>
                </a:solidFill>
                <a:effectLst/>
              </a:rPr>
              <a:t>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etc</a:t>
            </a:r>
            <a:r>
              <a:rPr lang="en-US" sz="3000" dirty="0">
                <a:solidFill>
                  <a:schemeClr val="tx1"/>
                </a:solidFill>
                <a:effectLst/>
              </a:rPr>
              <a:t>/service</a:t>
            </a:r>
          </a:p>
        </p:txBody>
      </p:sp>
    </p:spTree>
    <p:extLst>
      <p:ext uri="{BB962C8B-B14F-4D97-AF65-F5344CB8AC3E}">
        <p14:creationId xmlns:p14="http://schemas.microsoft.com/office/powerpoint/2010/main" val="599364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Remove sections from each line of files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cut options [files]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Cut field #1 (username) from /</a:t>
            </a:r>
            <a:r>
              <a:rPr lang="en-US" sz="3000" dirty="0" err="1">
                <a:solidFill>
                  <a:schemeClr val="bg1"/>
                </a:solidFill>
                <a:effectLst/>
              </a:rPr>
              <a:t>etc</a:t>
            </a:r>
            <a:r>
              <a:rPr lang="en-US" sz="3000" dirty="0">
                <a:solidFill>
                  <a:schemeClr val="bg1"/>
                </a:solidFill>
                <a:effectLst/>
              </a:rPr>
              <a:t>/passwd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cut -d : -f 1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etc</a:t>
            </a:r>
            <a:r>
              <a:rPr lang="en-US" sz="3000" dirty="0">
                <a:solidFill>
                  <a:schemeClr val="tx1"/>
                </a:solidFill>
                <a:effectLst/>
              </a:rPr>
              <a:t>/passwd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Cut fields #1 and #7 from /</a:t>
            </a:r>
            <a:r>
              <a:rPr lang="en-US" sz="3000" dirty="0" err="1">
                <a:solidFill>
                  <a:schemeClr val="bg1"/>
                </a:solidFill>
                <a:effectLst/>
              </a:rPr>
              <a:t>etc</a:t>
            </a:r>
            <a:r>
              <a:rPr lang="en-US" sz="3000" dirty="0">
                <a:solidFill>
                  <a:schemeClr val="bg1"/>
                </a:solidFill>
                <a:effectLst/>
              </a:rPr>
              <a:t>/passwd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cut -d : -f 1,7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etc</a:t>
            </a:r>
            <a:r>
              <a:rPr lang="en-US" sz="3000" dirty="0">
                <a:solidFill>
                  <a:schemeClr val="tx1"/>
                </a:solidFill>
                <a:effectLst/>
              </a:rPr>
              <a:t>/passwd</a:t>
            </a:r>
          </a:p>
        </p:txBody>
      </p:sp>
    </p:spTree>
    <p:extLst>
      <p:ext uri="{BB962C8B-B14F-4D97-AF65-F5344CB8AC3E}">
        <p14:creationId xmlns:p14="http://schemas.microsoft.com/office/powerpoint/2010/main" val="1893488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Merge lines of files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paste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paste [options] [files]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Merge two files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paste day_num.txt day_name.txt</a:t>
            </a:r>
          </a:p>
        </p:txBody>
      </p:sp>
    </p:spTree>
    <p:extLst>
      <p:ext uri="{BB962C8B-B14F-4D97-AF65-F5344CB8AC3E}">
        <p14:creationId xmlns:p14="http://schemas.microsoft.com/office/powerpoint/2010/main" val="4023993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Join lines of two files on a common field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join [options] file1 file2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Join two files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join -t : -j 1 f1.txt f2.txt</a:t>
            </a:r>
          </a:p>
        </p:txBody>
      </p:sp>
    </p:spTree>
    <p:extLst>
      <p:ext uri="{BB962C8B-B14F-4D97-AF65-F5344CB8AC3E}">
        <p14:creationId xmlns:p14="http://schemas.microsoft.com/office/powerpoint/2010/main" val="4066446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Split a file into pieces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split [options] [input [prefix]]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Split file in multiple files 50 lines each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split -l 50 services</a:t>
            </a:r>
          </a:p>
          <a:p>
            <a:r>
              <a:rPr lang="en-US" sz="3000" dirty="0">
                <a:solidFill>
                  <a:schemeClr val="bg1"/>
                </a:solidFill>
                <a:effectLst/>
              </a:rPr>
              <a:t># Split file in multiple files 50 lines each #2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split -a 3 –d -l 50 services part</a:t>
            </a:r>
          </a:p>
        </p:txBody>
      </p:sp>
    </p:spTree>
    <p:extLst>
      <p:ext uri="{BB962C8B-B14F-4D97-AF65-F5344CB8AC3E}">
        <p14:creationId xmlns:p14="http://schemas.microsoft.com/office/powerpoint/2010/main" val="997089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Convert tabs to spaces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expand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tx1"/>
                </a:solidFill>
                <a:effectLst/>
              </a:rPr>
              <a:t>expand [options] [files]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Convert tabs to four spaces each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expand -t 4 file.txt</a:t>
            </a:r>
          </a:p>
        </p:txBody>
      </p:sp>
    </p:spTree>
    <p:extLst>
      <p:ext uri="{BB962C8B-B14F-4D97-AF65-F5344CB8AC3E}">
        <p14:creationId xmlns:p14="http://schemas.microsoft.com/office/powerpoint/2010/main" val="3783338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Purpose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Convert spaces to tabs</a:t>
            </a:r>
          </a:p>
          <a:p>
            <a:pPr>
              <a:lnSpc>
                <a:spcPct val="100000"/>
              </a:lnSpc>
            </a:pPr>
            <a:r>
              <a:rPr lang="en-US" dirty="0"/>
              <a:t>Syntax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unexpand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 err="1">
                <a:solidFill>
                  <a:schemeClr val="tx1"/>
                </a:solidFill>
                <a:effectLst/>
              </a:rPr>
              <a:t>unexpand</a:t>
            </a:r>
            <a:r>
              <a:rPr lang="en-US" sz="3000" dirty="0">
                <a:solidFill>
                  <a:schemeClr val="tx1"/>
                </a:solidFill>
                <a:effectLst/>
              </a:rPr>
              <a:t> [options] [files]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19600"/>
            <a:ext cx="11049000" cy="19538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bg1"/>
                </a:solidFill>
                <a:effectLst/>
              </a:rPr>
              <a:t># Convert every four spaces to tab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unexpand</a:t>
            </a:r>
            <a:r>
              <a:rPr lang="en-US" sz="3000" dirty="0">
                <a:solidFill>
                  <a:schemeClr val="tx1"/>
                </a:solidFill>
                <a:effectLst/>
              </a:rPr>
              <a:t> -t 4 file</a:t>
            </a:r>
            <a:r>
              <a:rPr lang="en-US" sz="3000">
                <a:solidFill>
                  <a:schemeClr val="tx1"/>
                </a:solidFill>
                <a:effectLst/>
              </a:rPr>
              <a:t>.txt</a:t>
            </a:r>
            <a:endParaRPr lang="en-US" sz="300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37088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BCA2C-5FBE-4A54-9CFE-7350EE024E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5000" dirty="0"/>
              <a:t>Practice: Patterns and Files. Extract Data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A89B86-E318-4DEA-BDCC-4622A2B53E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4949" y="5562600"/>
            <a:ext cx="10958928" cy="499819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Live Demonstration in Class</a:t>
            </a:r>
          </a:p>
        </p:txBody>
      </p:sp>
    </p:spTree>
    <p:extLst>
      <p:ext uri="{BB962C8B-B14F-4D97-AF65-F5344CB8AC3E}">
        <p14:creationId xmlns:p14="http://schemas.microsoft.com/office/powerpoint/2010/main" val="1432835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590834-5758-4EDF-9B6B-C02BE00718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Screen Editors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03B0C7-EFE7-4833-B341-14E51CD8D6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Characteristics. vim</a:t>
            </a:r>
          </a:p>
        </p:txBody>
      </p:sp>
    </p:spTree>
    <p:extLst>
      <p:ext uri="{BB962C8B-B14F-4D97-AF65-F5344CB8AC3E}">
        <p14:creationId xmlns:p14="http://schemas.microsoft.com/office/powerpoint/2010/main" val="3444895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Characteristics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File content is seen one screen at a time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Offer content navigation (line-by-line and page-by-page)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Commands are invoked from a menu or key combinations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Offer syntax highlighting, line numbering, etc.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User experience varies</a:t>
            </a:r>
          </a:p>
          <a:p>
            <a:pPr>
              <a:lnSpc>
                <a:spcPct val="100000"/>
              </a:lnSpc>
            </a:pPr>
            <a:r>
              <a:rPr lang="en-US" dirty="0"/>
              <a:t>Typical Screen Editors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vi (vim), nano, </a:t>
            </a:r>
            <a:r>
              <a:rPr lang="en-US" dirty="0" err="1"/>
              <a:t>pico</a:t>
            </a:r>
            <a:r>
              <a:rPr lang="en-US" dirty="0"/>
              <a:t>, joe, emacs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 Editors*</a:t>
            </a:r>
            <a:endParaRPr lang="en-US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AAD3EC-FDD7-4424-92D3-DC935E5B845C}"/>
              </a:ext>
            </a:extLst>
          </p:cNvPr>
          <p:cNvSpPr txBox="1"/>
          <p:nvPr/>
        </p:nvSpPr>
        <p:spPr>
          <a:xfrm>
            <a:off x="2894011" y="6313939"/>
            <a:ext cx="6400801" cy="475359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dirty="0"/>
              <a:t>* Screen text editor available by default varies between distributions</a:t>
            </a:r>
          </a:p>
        </p:txBody>
      </p:sp>
    </p:spTree>
    <p:extLst>
      <p:ext uri="{BB962C8B-B14F-4D97-AF65-F5344CB8AC3E}">
        <p14:creationId xmlns:p14="http://schemas.microsoft.com/office/powerpoint/2010/main" val="3396736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VIM (Vi </a:t>
            </a:r>
            <a:r>
              <a:rPr lang="en-US" dirty="0" err="1"/>
              <a:t>IMproved</a:t>
            </a:r>
            <a:r>
              <a:rPr lang="en-US" dirty="0"/>
              <a:t>)</a:t>
            </a:r>
            <a:endParaRPr lang="en-US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64</a:t>
            </a:fld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249" y="1524000"/>
            <a:ext cx="8442325" cy="4689475"/>
          </a:xfrm>
          <a:ln>
            <a:solidFill>
              <a:schemeClr val="tx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00142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Quit VIM If You Can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65</a:t>
            </a:fld>
            <a:endParaRPr lang="en-US" dirty="0"/>
          </a:p>
        </p:txBody>
      </p:sp>
      <p:pic>
        <p:nvPicPr>
          <p:cNvPr id="6" name="Picture 5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BCAD1AF1-21F7-4378-AF3B-28D4DB0EEB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908" y="1182424"/>
            <a:ext cx="6453008" cy="52147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402CC6-3E9C-4359-9477-A6789C35A5A1}"/>
              </a:ext>
            </a:extLst>
          </p:cNvPr>
          <p:cNvSpPr txBox="1"/>
          <p:nvPr/>
        </p:nvSpPr>
        <p:spPr>
          <a:xfrm>
            <a:off x="3503613" y="6313939"/>
            <a:ext cx="5181600" cy="475359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dirty="0"/>
              <a:t>http://turnoff.us/geek/escape-room/</a:t>
            </a:r>
          </a:p>
        </p:txBody>
      </p:sp>
    </p:spTree>
    <p:extLst>
      <p:ext uri="{BB962C8B-B14F-4D97-AF65-F5344CB8AC3E}">
        <p14:creationId xmlns:p14="http://schemas.microsoft.com/office/powerpoint/2010/main" val="1849893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Normal (command)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Navigation</a:t>
            </a:r>
          </a:p>
          <a:p>
            <a:pPr>
              <a:lnSpc>
                <a:spcPct val="100000"/>
              </a:lnSpc>
            </a:pPr>
            <a:r>
              <a:rPr lang="en-US" dirty="0"/>
              <a:t>Command (ex command or last line mode)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Commands are entered after the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:</a:t>
            </a:r>
            <a:r>
              <a:rPr lang="en-US" dirty="0"/>
              <a:t> symbol</a:t>
            </a:r>
          </a:p>
          <a:p>
            <a:pPr>
              <a:lnSpc>
                <a:spcPct val="100000"/>
              </a:lnSpc>
            </a:pPr>
            <a:r>
              <a:rPr lang="en-US" dirty="0"/>
              <a:t>Insert</a:t>
            </a:r>
          </a:p>
          <a:p>
            <a:pPr>
              <a:lnSpc>
                <a:spcPct val="100000"/>
              </a:lnSpc>
            </a:pPr>
            <a:r>
              <a:rPr lang="en-US" dirty="0"/>
              <a:t>Replace</a:t>
            </a:r>
          </a:p>
          <a:p>
            <a:pPr>
              <a:lnSpc>
                <a:spcPct val="100000"/>
              </a:lnSpc>
            </a:pPr>
            <a:r>
              <a:rPr lang="en-US" dirty="0"/>
              <a:t>Visual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VIM Modes</a:t>
            </a:r>
            <a:endParaRPr lang="en-US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549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Using keys </a:t>
            </a:r>
            <a:r>
              <a:rPr lang="en-US" b="1" dirty="0">
                <a:solidFill>
                  <a:schemeClr val="bg1"/>
                </a:solidFill>
              </a:rPr>
              <a:t>h</a:t>
            </a:r>
            <a:r>
              <a:rPr lang="en-US" dirty="0"/>
              <a:t>, </a:t>
            </a:r>
            <a:r>
              <a:rPr lang="en-US" b="1" dirty="0">
                <a:solidFill>
                  <a:schemeClr val="bg1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chemeClr val="bg1"/>
                </a:solidFill>
              </a:rPr>
              <a:t>k</a:t>
            </a:r>
            <a:r>
              <a:rPr lang="en-US" dirty="0"/>
              <a:t>, and </a:t>
            </a:r>
            <a:r>
              <a:rPr lang="en-US" b="1" dirty="0">
                <a:solidFill>
                  <a:schemeClr val="bg1"/>
                </a:solidFill>
              </a:rPr>
              <a:t>l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Navigation in Normal mode</a:t>
            </a:r>
            <a:endParaRPr lang="en-US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5" name="Quad Arrow 4"/>
          <p:cNvSpPr/>
          <p:nvPr/>
        </p:nvSpPr>
        <p:spPr>
          <a:xfrm>
            <a:off x="4682330" y="2672999"/>
            <a:ext cx="2820988" cy="2526598"/>
          </a:xfrm>
          <a:prstGeom prst="quadArrow">
            <a:avLst>
              <a:gd name="adj1" fmla="val 22500"/>
              <a:gd name="adj2" fmla="val 20212"/>
              <a:gd name="adj3" fmla="val 17034"/>
            </a:avLst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/>
          </a:p>
        </p:txBody>
      </p:sp>
      <p:sp>
        <p:nvSpPr>
          <p:cNvPr id="6" name="Rectangle 5"/>
          <p:cNvSpPr/>
          <p:nvPr/>
        </p:nvSpPr>
        <p:spPr>
          <a:xfrm>
            <a:off x="3483371" y="3479098"/>
            <a:ext cx="914400" cy="91440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h</a:t>
            </a:r>
            <a:endParaRPr lang="bg-BG" sz="2800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35624" y="1642360"/>
            <a:ext cx="914400" cy="91440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k</a:t>
            </a:r>
            <a:endParaRPr lang="bg-BG" sz="2800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2316" y="5323358"/>
            <a:ext cx="914400" cy="91440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j</a:t>
            </a:r>
            <a:endParaRPr lang="bg-BG" sz="28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87877" y="3479098"/>
            <a:ext cx="914400" cy="91440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l</a:t>
            </a:r>
            <a:endParaRPr lang="bg-BG" sz="2800" b="1" dirty="0">
              <a:solidFill>
                <a:schemeClr val="tx1"/>
              </a:solidFill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504424"/>
              </p:ext>
            </p:extLst>
          </p:nvPr>
        </p:nvGraphicFramePr>
        <p:xfrm>
          <a:off x="7441670" y="1753558"/>
          <a:ext cx="4367741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0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Key</a:t>
                      </a:r>
                      <a:endParaRPr lang="bg-BG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lang="bg-BG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Ctrl + f</a:t>
                      </a:r>
                      <a:endParaRPr lang="bg-BG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Moves forward a page</a:t>
                      </a:r>
                      <a:endParaRPr lang="bg-B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Ctrl + d</a:t>
                      </a:r>
                      <a:endParaRPr lang="bg-BG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Move</a:t>
                      </a:r>
                      <a:r>
                        <a:rPr lang="en-US" sz="2000" baseline="0" dirty="0"/>
                        <a:t>s forward a half-page</a:t>
                      </a:r>
                      <a:endParaRPr lang="bg-B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417414"/>
              </p:ext>
            </p:extLst>
          </p:nvPr>
        </p:nvGraphicFramePr>
        <p:xfrm>
          <a:off x="455612" y="1750662"/>
          <a:ext cx="4367741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2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Key</a:t>
                      </a:r>
                      <a:endParaRPr lang="bg-BG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lang="bg-BG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Ctrl + b</a:t>
                      </a:r>
                      <a:endParaRPr lang="bg-BG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Moves backward a page</a:t>
                      </a:r>
                      <a:endParaRPr lang="bg-B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Ctrl + u</a:t>
                      </a:r>
                      <a:endParaRPr lang="bg-BG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Move</a:t>
                      </a:r>
                      <a:r>
                        <a:rPr lang="en-US" sz="2000" baseline="0" dirty="0"/>
                        <a:t>s backward a half-page</a:t>
                      </a:r>
                      <a:endParaRPr lang="bg-B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592175"/>
              </p:ext>
            </p:extLst>
          </p:nvPr>
        </p:nvGraphicFramePr>
        <p:xfrm>
          <a:off x="7441670" y="5021597"/>
          <a:ext cx="4367741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3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Key</a:t>
                      </a:r>
                      <a:endParaRPr lang="bg-BG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lang="bg-BG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gg</a:t>
                      </a:r>
                      <a:endParaRPr lang="bg-BG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Moves to</a:t>
                      </a:r>
                      <a:r>
                        <a:rPr lang="en-US" sz="2000" baseline="0" dirty="0"/>
                        <a:t> the first line</a:t>
                      </a:r>
                      <a:endParaRPr lang="bg-B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G</a:t>
                      </a:r>
                      <a:endParaRPr lang="bg-BG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Move</a:t>
                      </a:r>
                      <a:r>
                        <a:rPr lang="en-US" sz="2000" baseline="0" dirty="0"/>
                        <a:t>s to the last line</a:t>
                      </a:r>
                      <a:endParaRPr lang="bg-B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15G</a:t>
                      </a:r>
                      <a:r>
                        <a:rPr lang="en-US" sz="2000" b="0" dirty="0"/>
                        <a:t> or </a:t>
                      </a:r>
                      <a:r>
                        <a:rPr lang="en-US" sz="2000" b="1" dirty="0"/>
                        <a:t>15gg</a:t>
                      </a:r>
                      <a:endParaRPr lang="bg-BG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Goes</a:t>
                      </a:r>
                      <a:r>
                        <a:rPr lang="en-US" sz="2000" baseline="0" dirty="0"/>
                        <a:t> to line 15</a:t>
                      </a:r>
                      <a:endParaRPr lang="bg-B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2D8CBAF-CAE9-4B82-A4F0-ECF8CCC43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20375"/>
              </p:ext>
            </p:extLst>
          </p:nvPr>
        </p:nvGraphicFramePr>
        <p:xfrm>
          <a:off x="455612" y="4628712"/>
          <a:ext cx="4367741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55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2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Key</a:t>
                      </a:r>
                      <a:endParaRPr lang="bg-BG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lang="bg-BG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^ (Shift + 6)</a:t>
                      </a:r>
                      <a:endParaRPr lang="bg-BG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Moves to the line start</a:t>
                      </a:r>
                      <a:endParaRPr lang="bg-B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$ (Shift + 4)</a:t>
                      </a:r>
                      <a:endParaRPr lang="bg-BG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Moves to the line end</a:t>
                      </a:r>
                      <a:endParaRPr lang="bg-B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b</a:t>
                      </a:r>
                      <a:endParaRPr lang="bg-BG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Moves backward a word</a:t>
                      </a:r>
                      <a:endParaRPr lang="bg-B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551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w</a:t>
                      </a:r>
                      <a:endParaRPr lang="bg-BG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Moves forward a word</a:t>
                      </a:r>
                      <a:endParaRPr lang="bg-B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788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7322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 err="1">
                <a:solidFill>
                  <a:schemeClr val="bg1"/>
                </a:solidFill>
              </a:rPr>
              <a:t>i</a:t>
            </a:r>
            <a:r>
              <a:rPr lang="en-US" dirty="0"/>
              <a:t> key - Insert </a:t>
            </a:r>
            <a:r>
              <a:rPr lang="en-US" b="1" dirty="0">
                <a:solidFill>
                  <a:schemeClr val="bg1"/>
                </a:solidFill>
              </a:rPr>
              <a:t>here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I</a:t>
            </a:r>
            <a:r>
              <a:rPr lang="en-US" dirty="0"/>
              <a:t> key (Shift + </a:t>
            </a:r>
            <a:r>
              <a:rPr lang="en-US" dirty="0" err="1"/>
              <a:t>i</a:t>
            </a:r>
            <a:r>
              <a:rPr lang="en-US" dirty="0"/>
              <a:t>) - Insert at the </a:t>
            </a:r>
            <a:r>
              <a:rPr lang="en-US" b="1" dirty="0">
                <a:solidFill>
                  <a:schemeClr val="bg1"/>
                </a:solidFill>
              </a:rPr>
              <a:t>beginning of the line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a</a:t>
            </a:r>
            <a:r>
              <a:rPr lang="en-US" dirty="0"/>
              <a:t> key - Append after </a:t>
            </a:r>
            <a:r>
              <a:rPr lang="en-US" b="1" dirty="0">
                <a:solidFill>
                  <a:schemeClr val="bg1"/>
                </a:solidFill>
              </a:rPr>
              <a:t>current position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key (Shift + a) - Append to the </a:t>
            </a:r>
            <a:r>
              <a:rPr lang="en-US" b="1" dirty="0">
                <a:solidFill>
                  <a:schemeClr val="bg1"/>
                </a:solidFill>
              </a:rPr>
              <a:t>end of the line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o</a:t>
            </a:r>
            <a:r>
              <a:rPr lang="en-US" dirty="0"/>
              <a:t> key - Open a new </a:t>
            </a:r>
            <a:r>
              <a:rPr lang="en-US" b="1" dirty="0">
                <a:solidFill>
                  <a:schemeClr val="bg1"/>
                </a:solidFill>
              </a:rPr>
              <a:t>line bellow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O</a:t>
            </a:r>
            <a:r>
              <a:rPr lang="en-US" dirty="0"/>
              <a:t> key (Shift + o) - Open a new </a:t>
            </a:r>
            <a:r>
              <a:rPr lang="en-US" b="1" dirty="0">
                <a:solidFill>
                  <a:schemeClr val="bg1"/>
                </a:solidFill>
              </a:rPr>
              <a:t>line above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 in Insert Mode</a:t>
            </a:r>
            <a:endParaRPr lang="en-US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956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r</a:t>
            </a:r>
            <a:r>
              <a:rPr lang="en-US" dirty="0"/>
              <a:t> key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Replace </a:t>
            </a:r>
            <a:r>
              <a:rPr lang="en-US" b="1" dirty="0">
                <a:solidFill>
                  <a:schemeClr val="bg1"/>
                </a:solidFill>
              </a:rPr>
              <a:t>one symbol under </a:t>
            </a:r>
            <a:r>
              <a:rPr lang="en-US" dirty="0"/>
              <a:t>the cursor</a:t>
            </a: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R</a:t>
            </a:r>
            <a:r>
              <a:rPr lang="en-US" dirty="0"/>
              <a:t> key (Shift + r)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Enters in </a:t>
            </a:r>
            <a:r>
              <a:rPr lang="en-US" b="1" dirty="0">
                <a:solidFill>
                  <a:schemeClr val="bg1"/>
                </a:solidFill>
              </a:rPr>
              <a:t>replace mode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v</a:t>
            </a:r>
            <a:r>
              <a:rPr lang="en-US" dirty="0"/>
              <a:t> key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Enters in visual mode with </a:t>
            </a:r>
            <a:r>
              <a:rPr lang="en-US" b="1" dirty="0">
                <a:solidFill>
                  <a:schemeClr val="bg1"/>
                </a:solidFill>
              </a:rPr>
              <a:t>custom selection allowed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V</a:t>
            </a:r>
            <a:r>
              <a:rPr lang="en-US" dirty="0"/>
              <a:t> key (Shift + v)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Enters in visual mode with </a:t>
            </a:r>
            <a:r>
              <a:rPr lang="en-US" b="1" dirty="0">
                <a:solidFill>
                  <a:schemeClr val="bg1"/>
                </a:solidFill>
              </a:rPr>
              <a:t>line selection enabled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 in Replace and Visual Mode</a:t>
            </a:r>
            <a:endParaRPr lang="en-US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958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Text and Lines</a:t>
            </a:r>
            <a:endParaRPr lang="en-US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70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983592"/>
              </p:ext>
            </p:extLst>
          </p:nvPr>
        </p:nvGraphicFramePr>
        <p:xfrm>
          <a:off x="2055812" y="1676400"/>
          <a:ext cx="8125884" cy="456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4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Key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Delete action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x</a:t>
                      </a:r>
                      <a:endParaRPr lang="bg-B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Single character</a:t>
                      </a:r>
                      <a:r>
                        <a:rPr lang="en-US" baseline="0" dirty="0"/>
                        <a:t> under the cursor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X</a:t>
                      </a:r>
                      <a:endParaRPr lang="bg-B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Single character before the cursor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dw</a:t>
                      </a:r>
                      <a:endParaRPr lang="bg-B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the end of a single word under</a:t>
                      </a:r>
                      <a:r>
                        <a:rPr lang="en-US" baseline="0" dirty="0"/>
                        <a:t> the cursor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3dw</a:t>
                      </a:r>
                      <a:endParaRPr lang="bg-B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Three words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7527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dd</a:t>
                      </a:r>
                      <a:endParaRPr lang="bg-B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Current line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d^ </a:t>
                      </a:r>
                      <a:r>
                        <a:rPr lang="en-US" b="0" dirty="0"/>
                        <a:t>or </a:t>
                      </a:r>
                      <a:r>
                        <a:rPr lang="en-US" b="1" dirty="0"/>
                        <a:t>d0</a:t>
                      </a:r>
                      <a:endParaRPr lang="bg-B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text from the beginning of the line to the cursor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514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D</a:t>
                      </a:r>
                      <a:r>
                        <a:rPr lang="en-US" b="0" dirty="0"/>
                        <a:t> or </a:t>
                      </a:r>
                      <a:r>
                        <a:rPr lang="en-US" b="1" dirty="0"/>
                        <a:t>d$</a:t>
                      </a:r>
                      <a:endParaRPr lang="bg-B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text</a:t>
                      </a:r>
                      <a:r>
                        <a:rPr lang="en-US" baseline="0" dirty="0"/>
                        <a:t> from cursor position to the end of the line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dL</a:t>
                      </a:r>
                      <a:endParaRPr lang="bg-B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text from the</a:t>
                      </a:r>
                      <a:r>
                        <a:rPr lang="en-US" baseline="0" dirty="0"/>
                        <a:t> cursor to the end of the screen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dG</a:t>
                      </a:r>
                      <a:endParaRPr lang="bg-B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text from the cursor to</a:t>
                      </a:r>
                      <a:r>
                        <a:rPr lang="en-US" baseline="0" dirty="0"/>
                        <a:t> the end of the document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9248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Copy, Paste, and Join</a:t>
            </a:r>
            <a:endParaRPr lang="en-US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71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731558"/>
              </p:ext>
            </p:extLst>
          </p:nvPr>
        </p:nvGraphicFramePr>
        <p:xfrm>
          <a:off x="1726670" y="2133600"/>
          <a:ext cx="8735484" cy="3654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7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Key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yy</a:t>
                      </a:r>
                      <a:endParaRPr lang="bg-B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Copies</a:t>
                      </a:r>
                      <a:r>
                        <a:rPr lang="en-US" baseline="0" dirty="0"/>
                        <a:t> a line of text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3yy</a:t>
                      </a:r>
                      <a:endParaRPr lang="bg-B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Copies three lines of text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yw</a:t>
                      </a:r>
                      <a:endParaRPr lang="bg-B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Copies from the cursor to</a:t>
                      </a:r>
                      <a:r>
                        <a:rPr lang="en-US" baseline="0" dirty="0"/>
                        <a:t> the end of the word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3yw</a:t>
                      </a:r>
                      <a:endParaRPr lang="bg-B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Copies three words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</a:t>
                      </a:r>
                      <a:endParaRPr lang="bg-B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Pastes to the right of the cursor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</a:t>
                      </a:r>
                      <a:r>
                        <a:rPr lang="en-US" b="0" dirty="0"/>
                        <a:t> (Shift + p)</a:t>
                      </a:r>
                      <a:endParaRPr lang="bg-BG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Pastes to the left</a:t>
                      </a:r>
                      <a:r>
                        <a:rPr lang="en-US" baseline="0" dirty="0"/>
                        <a:t> of the cursor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J</a:t>
                      </a:r>
                      <a:r>
                        <a:rPr lang="en-US" b="0" dirty="0"/>
                        <a:t> (Shift + j)</a:t>
                      </a:r>
                      <a:endParaRPr lang="bg-BG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Joins current line to the previous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8930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Search only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Forward </a:t>
            </a:r>
            <a:r>
              <a:rPr lang="en-US" b="1" dirty="0">
                <a:solidFill>
                  <a:schemeClr val="bg1"/>
                </a:solidFill>
              </a:rPr>
              <a:t>/string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and backward </a:t>
            </a:r>
            <a:r>
              <a:rPr lang="en-US" b="1" dirty="0">
                <a:solidFill>
                  <a:schemeClr val="bg1"/>
                </a:solidFill>
              </a:rPr>
              <a:t>?string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Move between occurrences </a:t>
            </a:r>
            <a:r>
              <a:rPr lang="en-US" b="1" dirty="0">
                <a:solidFill>
                  <a:schemeClr val="bg1"/>
                </a:solidFill>
              </a:rPr>
              <a:t>n</a:t>
            </a:r>
            <a:r>
              <a:rPr lang="en-US" dirty="0"/>
              <a:t> (same direction) and </a:t>
            </a:r>
            <a:r>
              <a:rPr lang="en-US" b="1" dirty="0">
                <a:solidFill>
                  <a:schemeClr val="bg1"/>
                </a:solidFill>
              </a:rPr>
              <a:t>N</a:t>
            </a:r>
            <a:r>
              <a:rPr lang="en-US" dirty="0"/>
              <a:t> (opposite)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Search-and-Replace Syntax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action/string-to-find/replace-with/modifier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First instance on the current line - </a:t>
            </a:r>
            <a:r>
              <a:rPr lang="en-US" b="1" dirty="0">
                <a:solidFill>
                  <a:schemeClr val="bg1"/>
                </a:solidFill>
              </a:rPr>
              <a:t>:s/</a:t>
            </a:r>
            <a:r>
              <a:rPr lang="en-US" b="1" dirty="0" err="1">
                <a:solidFill>
                  <a:schemeClr val="bg1"/>
                </a:solidFill>
              </a:rPr>
              <a:t>tcp</a:t>
            </a:r>
            <a:r>
              <a:rPr lang="en-US" b="1" dirty="0">
                <a:solidFill>
                  <a:schemeClr val="bg1"/>
                </a:solidFill>
              </a:rPr>
              <a:t>/TCP/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All instances on the current line - </a:t>
            </a:r>
            <a:r>
              <a:rPr lang="en-US" b="1" dirty="0">
                <a:solidFill>
                  <a:schemeClr val="bg1"/>
                </a:solidFill>
              </a:rPr>
              <a:t>:s/</a:t>
            </a:r>
            <a:r>
              <a:rPr lang="en-US" b="1" dirty="0" err="1">
                <a:solidFill>
                  <a:schemeClr val="bg1"/>
                </a:solidFill>
              </a:rPr>
              <a:t>tcp</a:t>
            </a:r>
            <a:r>
              <a:rPr lang="en-US" b="1" dirty="0">
                <a:solidFill>
                  <a:schemeClr val="bg1"/>
                </a:solidFill>
              </a:rPr>
              <a:t>/TCP/g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All instances - </a:t>
            </a:r>
            <a:r>
              <a:rPr lang="en-US" b="1" dirty="0">
                <a:solidFill>
                  <a:schemeClr val="bg1"/>
                </a:solidFill>
              </a:rPr>
              <a:t>:%s/</a:t>
            </a:r>
            <a:r>
              <a:rPr lang="en-US" b="1" dirty="0" err="1">
                <a:solidFill>
                  <a:schemeClr val="bg1"/>
                </a:solidFill>
              </a:rPr>
              <a:t>tcp</a:t>
            </a:r>
            <a:r>
              <a:rPr lang="en-US" b="1" dirty="0">
                <a:solidFill>
                  <a:schemeClr val="bg1"/>
                </a:solidFill>
              </a:rPr>
              <a:t>/TCP/g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 and Replacing</a:t>
            </a:r>
            <a:endParaRPr lang="en-US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085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u</a:t>
            </a:r>
            <a:r>
              <a:rPr lang="en-US" dirty="0"/>
              <a:t> key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Undo one change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:e!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Re-read the file, discarding all changes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endParaRPr lang="en-US" dirty="0"/>
          </a:p>
          <a:p>
            <a:pPr>
              <a:lnSpc>
                <a:spcPct val="100000"/>
              </a:lnSpc>
              <a:buClr>
                <a:schemeClr val="tx1"/>
              </a:buClr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Undo Changes</a:t>
            </a:r>
            <a:endParaRPr lang="en-US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159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:w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Save the file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:</a:t>
            </a:r>
            <a:r>
              <a:rPr lang="en-US" b="1" dirty="0" err="1">
                <a:solidFill>
                  <a:schemeClr val="bg1"/>
                </a:solidFill>
              </a:rPr>
              <a:t>wq</a:t>
            </a:r>
            <a:endParaRPr lang="en-US" b="1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Save the file and quit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:x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Save the file and quit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ZZ </a:t>
            </a:r>
            <a:r>
              <a:rPr lang="en-US" dirty="0">
                <a:solidFill>
                  <a:schemeClr val="bg1"/>
                </a:solidFill>
              </a:rPr>
              <a:t>(Shift + z + z)</a:t>
            </a:r>
            <a:endParaRPr lang="en-US" b="1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Save the file and quit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Save Changes</a:t>
            </a:r>
            <a:endParaRPr lang="en-US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870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:q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Quit if no changes are made without save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:q!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Quit without save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endParaRPr lang="en-US" dirty="0"/>
          </a:p>
          <a:p>
            <a:pPr>
              <a:lnSpc>
                <a:spcPct val="100000"/>
              </a:lnSpc>
              <a:buClr>
                <a:schemeClr val="tx1"/>
              </a:buClr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Quit Commands</a:t>
            </a:r>
            <a:endParaRPr lang="en-US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022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:w another-file.txt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b="1" dirty="0"/>
              <a:t>Save</a:t>
            </a:r>
            <a:r>
              <a:rPr lang="en-US" dirty="0"/>
              <a:t> the file as </a:t>
            </a:r>
            <a:r>
              <a:rPr lang="en-US" b="1" dirty="0"/>
              <a:t>another-file.txt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:20,30w /</a:t>
            </a:r>
            <a:r>
              <a:rPr lang="en-US" b="1" dirty="0" err="1">
                <a:solidFill>
                  <a:schemeClr val="bg1"/>
                </a:solidFill>
              </a:rPr>
              <a:t>tmp</a:t>
            </a:r>
            <a:r>
              <a:rPr lang="en-US" b="1" dirty="0">
                <a:solidFill>
                  <a:schemeClr val="bg1"/>
                </a:solidFill>
              </a:rPr>
              <a:t>/file.txt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Save the </a:t>
            </a:r>
            <a:r>
              <a:rPr lang="en-US" b="1" dirty="0"/>
              <a:t>lines</a:t>
            </a:r>
            <a:r>
              <a:rPr lang="en-US" dirty="0"/>
              <a:t> </a:t>
            </a:r>
            <a:r>
              <a:rPr lang="en-US" b="1" dirty="0"/>
              <a:t>between 20 and 30 </a:t>
            </a:r>
            <a:r>
              <a:rPr lang="en-US" dirty="0"/>
              <a:t>to </a:t>
            </a:r>
            <a:r>
              <a:rPr lang="en-US" b="1" dirty="0"/>
              <a:t>/</a:t>
            </a:r>
            <a:r>
              <a:rPr lang="en-US" b="1" dirty="0" err="1"/>
              <a:t>tmp</a:t>
            </a:r>
            <a:r>
              <a:rPr lang="en-US" b="1" dirty="0"/>
              <a:t>/file.txt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:r another-file.txt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Insert the </a:t>
            </a:r>
            <a:r>
              <a:rPr lang="en-US" b="1" dirty="0"/>
              <a:t>contents</a:t>
            </a:r>
            <a:r>
              <a:rPr lang="en-US" dirty="0"/>
              <a:t> of </a:t>
            </a:r>
            <a:r>
              <a:rPr lang="en-US" b="1" dirty="0"/>
              <a:t>another-file.txt </a:t>
            </a:r>
            <a:r>
              <a:rPr lang="en-US" dirty="0"/>
              <a:t>at the cursor position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:r ! </a:t>
            </a:r>
            <a:r>
              <a:rPr lang="en-US" b="1" dirty="0" err="1">
                <a:solidFill>
                  <a:schemeClr val="bg1"/>
                </a:solidFill>
              </a:rPr>
              <a:t>uname</a:t>
            </a:r>
            <a:r>
              <a:rPr lang="en-US" b="1" dirty="0">
                <a:solidFill>
                  <a:schemeClr val="bg1"/>
                </a:solidFill>
              </a:rPr>
              <a:t> -a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Insert the </a:t>
            </a:r>
            <a:r>
              <a:rPr lang="en-US" b="1" dirty="0"/>
              <a:t>result</a:t>
            </a:r>
            <a:r>
              <a:rPr lang="en-US" dirty="0"/>
              <a:t> from the </a:t>
            </a:r>
            <a:r>
              <a:rPr lang="en-US" b="1" dirty="0" err="1"/>
              <a:t>uname</a:t>
            </a:r>
            <a:r>
              <a:rPr lang="en-US" b="1" dirty="0"/>
              <a:t> -a</a:t>
            </a:r>
            <a:r>
              <a:rPr lang="en-US" dirty="0"/>
              <a:t> command at the cursor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Few More Scenarios</a:t>
            </a:r>
            <a:endParaRPr lang="en-US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628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Set an option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:set number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- turn on line numbering</a:t>
            </a:r>
            <a:endParaRPr lang="en-US" b="1" dirty="0"/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:set </a:t>
            </a:r>
            <a:r>
              <a:rPr lang="en-US" b="1" dirty="0" err="1">
                <a:solidFill>
                  <a:schemeClr val="bg1"/>
                </a:solidFill>
              </a:rPr>
              <a:t>nonumber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- turn off line numbering</a:t>
            </a:r>
            <a:endParaRPr lang="en-US" b="1" dirty="0"/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List options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All options </a:t>
            </a:r>
            <a:r>
              <a:rPr lang="en-US" b="1" dirty="0">
                <a:solidFill>
                  <a:schemeClr val="bg1"/>
                </a:solidFill>
              </a:rPr>
              <a:t>:set all </a:t>
            </a:r>
            <a:r>
              <a:rPr lang="en-US" dirty="0"/>
              <a:t>or for the current user </a:t>
            </a:r>
            <a:r>
              <a:rPr lang="en-US" b="1" dirty="0">
                <a:solidFill>
                  <a:schemeClr val="bg1"/>
                </a:solidFill>
              </a:rPr>
              <a:t>:set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Store options in a configuration file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System level </a:t>
            </a:r>
            <a:r>
              <a:rPr lang="en-US" b="1" dirty="0">
                <a:solidFill>
                  <a:schemeClr val="bg1"/>
                </a:solidFill>
              </a:rPr>
              <a:t>/</a:t>
            </a:r>
            <a:r>
              <a:rPr lang="en-US" b="1" dirty="0" err="1">
                <a:solidFill>
                  <a:schemeClr val="bg1"/>
                </a:solidFill>
              </a:rPr>
              <a:t>etc</a:t>
            </a:r>
            <a:r>
              <a:rPr lang="en-US" b="1" dirty="0">
                <a:solidFill>
                  <a:schemeClr val="bg1"/>
                </a:solidFill>
              </a:rPr>
              <a:t>/</a:t>
            </a:r>
            <a:r>
              <a:rPr lang="en-US" b="1" dirty="0" err="1">
                <a:solidFill>
                  <a:schemeClr val="bg1"/>
                </a:solidFill>
              </a:rPr>
              <a:t>virc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or </a:t>
            </a:r>
            <a:r>
              <a:rPr lang="en-US" b="1" dirty="0">
                <a:solidFill>
                  <a:schemeClr val="bg1"/>
                </a:solidFill>
              </a:rPr>
              <a:t>/</a:t>
            </a:r>
            <a:r>
              <a:rPr lang="en-US" b="1" dirty="0" err="1">
                <a:solidFill>
                  <a:schemeClr val="bg1"/>
                </a:solidFill>
              </a:rPr>
              <a:t>etc</a:t>
            </a:r>
            <a:r>
              <a:rPr lang="en-US" b="1" dirty="0">
                <a:solidFill>
                  <a:schemeClr val="bg1"/>
                </a:solidFill>
              </a:rPr>
              <a:t>/</a:t>
            </a:r>
            <a:r>
              <a:rPr lang="en-US" b="1" dirty="0" err="1">
                <a:solidFill>
                  <a:schemeClr val="bg1"/>
                </a:solidFill>
              </a:rPr>
              <a:t>vimrc</a:t>
            </a:r>
            <a:endParaRPr lang="en-US" b="1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dirty="0"/>
              <a:t>On user level </a:t>
            </a:r>
            <a:r>
              <a:rPr lang="en-US" b="1" dirty="0">
                <a:solidFill>
                  <a:schemeClr val="bg1"/>
                </a:solidFill>
              </a:rPr>
              <a:t>~/.</a:t>
            </a:r>
            <a:r>
              <a:rPr lang="en-US" b="1" dirty="0" err="1">
                <a:solidFill>
                  <a:schemeClr val="bg1"/>
                </a:solidFill>
              </a:rPr>
              <a:t>vimrc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VIM Options</a:t>
            </a:r>
            <a:endParaRPr lang="en-US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897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AFF4F8-6D72-4B36-9195-8BA5044E4C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Stream Editors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7890BF-1B94-45FA-89D5-4FEBC275AB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Characteristics. </a:t>
            </a:r>
            <a:r>
              <a:rPr lang="en-US" dirty="0" err="1">
                <a:solidFill>
                  <a:schemeClr val="bg1"/>
                </a:solidFill>
              </a:rPr>
              <a:t>Sed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4872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Characteristics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Treat the text as stream of characters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Can apply transformations on the fly</a:t>
            </a:r>
          </a:p>
          <a:p>
            <a:pPr>
              <a:lnSpc>
                <a:spcPct val="100000"/>
              </a:lnSpc>
            </a:pPr>
            <a:r>
              <a:rPr lang="en-US" dirty="0"/>
              <a:t>Typical stream editors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sed, </a:t>
            </a:r>
            <a:r>
              <a:rPr lang="en-US" dirty="0" err="1"/>
              <a:t>awk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 Editors</a:t>
            </a:r>
            <a:endParaRPr lang="en-US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79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110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Description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Stream editor for filtering and transforming text </a:t>
            </a:r>
          </a:p>
          <a:p>
            <a:pPr>
              <a:lnSpc>
                <a:spcPct val="100000"/>
              </a:lnSpc>
            </a:pPr>
            <a:r>
              <a:rPr lang="en-US" dirty="0"/>
              <a:t>Example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sed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80</a:t>
            </a:fld>
            <a:endParaRPr lang="en-US" dirty="0"/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3200400"/>
            <a:ext cx="11049000" cy="31242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28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28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28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2800" dirty="0">
                <a:solidFill>
                  <a:schemeClr val="tx1"/>
                </a:solidFill>
                <a:effectLst/>
              </a:rPr>
              <a:t>echo 'one twenty-one' | sed s/one/ONE/g</a:t>
            </a:r>
          </a:p>
          <a:p>
            <a:r>
              <a:rPr lang="en-US" sz="2800" b="0" dirty="0">
                <a:solidFill>
                  <a:schemeClr val="tx1"/>
                </a:solidFill>
                <a:effectLst/>
              </a:rPr>
              <a:t>ONE </a:t>
            </a:r>
            <a:r>
              <a:rPr lang="en-US" sz="2800" b="0" dirty="0" err="1">
                <a:solidFill>
                  <a:schemeClr val="tx1"/>
                </a:solidFill>
                <a:effectLst/>
              </a:rPr>
              <a:t>twenty-ONE</a:t>
            </a:r>
            <a:endParaRPr lang="en-US" sz="2800" b="0" dirty="0">
              <a:solidFill>
                <a:schemeClr val="tx1"/>
              </a:solidFill>
              <a:effectLst/>
            </a:endParaRPr>
          </a:p>
          <a:p>
            <a:r>
              <a:rPr lang="en-US" sz="2800" b="0" dirty="0">
                <a:solidFill>
                  <a:schemeClr val="tx1"/>
                </a:solidFill>
                <a:effectLst/>
              </a:rPr>
              <a:t>...</a:t>
            </a:r>
          </a:p>
          <a:p>
            <a:endParaRPr lang="en-US" sz="2800" b="0" dirty="0">
              <a:solidFill>
                <a:schemeClr val="tx1"/>
              </a:solidFill>
              <a:effectLst/>
            </a:endParaRPr>
          </a:p>
          <a:p>
            <a:r>
              <a:rPr lang="en-US" sz="28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28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28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2800" dirty="0" err="1">
                <a:solidFill>
                  <a:schemeClr val="tx1"/>
                </a:solidFill>
                <a:effectLst/>
              </a:rPr>
              <a:t>sed</a:t>
            </a:r>
            <a:r>
              <a:rPr lang="en-US" sz="2800" dirty="0">
                <a:solidFill>
                  <a:schemeClr val="tx1"/>
                </a:solidFill>
                <a:effectLst/>
              </a:rPr>
              <a:t> s/one/ONE/g filein.txt &gt; fileout.txt</a:t>
            </a:r>
          </a:p>
          <a:p>
            <a:r>
              <a:rPr lang="en-US" sz="2800" b="0" dirty="0">
                <a:solidFill>
                  <a:schemeClr val="tx1"/>
                </a:solidFill>
                <a:effectLst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94932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Replace first instance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Replace all instances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Two consecutive search and replace operations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</a:t>
            </a:r>
            <a:r>
              <a:rPr lang="en-US" dirty="0" err="1"/>
              <a:t>sed</a:t>
            </a:r>
            <a:r>
              <a:rPr lang="en-US" dirty="0"/>
              <a:t> scenarios #1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81</a:t>
            </a:fld>
            <a:endParaRPr lang="en-US" dirty="0"/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568324" y="182880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sed</a:t>
            </a:r>
            <a:r>
              <a:rPr lang="en-US" sz="3000" dirty="0">
                <a:solidFill>
                  <a:schemeClr val="tx1"/>
                </a:solidFill>
                <a:effectLst/>
              </a:rPr>
              <a:t> s/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tcp</a:t>
            </a:r>
            <a:r>
              <a:rPr lang="en-US" sz="3000" dirty="0">
                <a:solidFill>
                  <a:schemeClr val="tx1"/>
                </a:solidFill>
                <a:effectLst/>
              </a:rPr>
              <a:t>/TCP/ file.txt</a:t>
            </a: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08937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sed</a:t>
            </a:r>
            <a:r>
              <a:rPr lang="en-US" sz="3000" dirty="0">
                <a:solidFill>
                  <a:schemeClr val="tx1"/>
                </a:solidFill>
                <a:effectLst/>
              </a:rPr>
              <a:t> s/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tcp</a:t>
            </a:r>
            <a:r>
              <a:rPr lang="en-US" sz="3000" dirty="0">
                <a:solidFill>
                  <a:schemeClr val="tx1"/>
                </a:solidFill>
                <a:effectLst/>
              </a:rPr>
              <a:t>/TCP/g file.txt</a:t>
            </a:r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568324" y="4402394"/>
            <a:ext cx="11049000" cy="199840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b="0" dirty="0">
                <a:solidFill>
                  <a:schemeClr val="tx1"/>
                </a:solidFill>
                <a:effectLst/>
              </a:rPr>
              <a:t>[</a:t>
            </a:r>
            <a:r>
              <a:rPr lang="en-US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b="0" dirty="0">
                <a:solidFill>
                  <a:schemeClr val="tx1"/>
                </a:solidFill>
                <a:effectLst/>
              </a:rPr>
              <a:t> ~]$ </a:t>
            </a:r>
            <a:r>
              <a:rPr lang="en-US" dirty="0" err="1">
                <a:solidFill>
                  <a:schemeClr val="tx1"/>
                </a:solidFill>
                <a:effectLst/>
              </a:rPr>
              <a:t>sed</a:t>
            </a:r>
            <a:r>
              <a:rPr lang="en-US" dirty="0">
                <a:solidFill>
                  <a:schemeClr val="tx1"/>
                </a:solidFill>
                <a:effectLst/>
              </a:rPr>
              <a:t> 's/</a:t>
            </a:r>
            <a:r>
              <a:rPr lang="en-US" dirty="0" err="1">
                <a:solidFill>
                  <a:schemeClr val="tx1"/>
                </a:solidFill>
                <a:effectLst/>
              </a:rPr>
              <a:t>tcp</a:t>
            </a:r>
            <a:r>
              <a:rPr lang="en-US" dirty="0">
                <a:solidFill>
                  <a:schemeClr val="tx1"/>
                </a:solidFill>
                <a:effectLst/>
              </a:rPr>
              <a:t>/TCP/g ; s/TCP/UDP/g' file.txt</a:t>
            </a:r>
          </a:p>
          <a:p>
            <a:r>
              <a:rPr lang="en-US" b="0" dirty="0">
                <a:solidFill>
                  <a:schemeClr val="tx1"/>
                </a:solidFill>
                <a:effectLst/>
              </a:rPr>
              <a:t>...</a:t>
            </a:r>
          </a:p>
          <a:p>
            <a:endParaRPr lang="en-US" b="0" dirty="0">
              <a:solidFill>
                <a:schemeClr val="tx1"/>
              </a:solidFill>
              <a:effectLst/>
            </a:endParaRPr>
          </a:p>
          <a:p>
            <a:r>
              <a:rPr lang="en-US" b="0" dirty="0">
                <a:solidFill>
                  <a:schemeClr val="tx1"/>
                </a:solidFill>
                <a:effectLst/>
              </a:rPr>
              <a:t>[</a:t>
            </a:r>
            <a:r>
              <a:rPr lang="en-US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b="0" dirty="0">
                <a:solidFill>
                  <a:schemeClr val="tx1"/>
                </a:solidFill>
                <a:effectLst/>
              </a:rPr>
              <a:t> ~]$ </a:t>
            </a:r>
            <a:r>
              <a:rPr lang="en-US" dirty="0" err="1">
                <a:solidFill>
                  <a:schemeClr val="tx1"/>
                </a:solidFill>
                <a:effectLst/>
              </a:rPr>
              <a:t>sed</a:t>
            </a:r>
            <a:r>
              <a:rPr lang="en-US" dirty="0">
                <a:solidFill>
                  <a:schemeClr val="tx1"/>
                </a:solidFill>
                <a:effectLst/>
              </a:rPr>
              <a:t> -e s/</a:t>
            </a:r>
            <a:r>
              <a:rPr lang="en-US" dirty="0" err="1">
                <a:solidFill>
                  <a:schemeClr val="tx1"/>
                </a:solidFill>
                <a:effectLst/>
              </a:rPr>
              <a:t>tcp</a:t>
            </a:r>
            <a:r>
              <a:rPr lang="en-US" dirty="0">
                <a:solidFill>
                  <a:schemeClr val="tx1"/>
                </a:solidFill>
                <a:effectLst/>
              </a:rPr>
              <a:t>/TCP/g -e s/TCP/UDP/g file.txt</a:t>
            </a:r>
          </a:p>
          <a:p>
            <a:r>
              <a:rPr lang="en-US" b="0" dirty="0">
                <a:solidFill>
                  <a:schemeClr val="tx1"/>
                </a:solidFill>
                <a:effectLst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4074579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Replace pattern with spaces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Replace all instances, but print only the changed ones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Search and replace in rage of lines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Delete comment and empty lines and create a backup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</a:t>
            </a:r>
            <a:r>
              <a:rPr lang="en-US" dirty="0" err="1"/>
              <a:t>sed</a:t>
            </a:r>
            <a:r>
              <a:rPr lang="en-US" dirty="0"/>
              <a:t> scenarios #2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82</a:t>
            </a:fld>
            <a:endParaRPr lang="en-US" dirty="0"/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568324" y="182880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sed</a:t>
            </a:r>
            <a:r>
              <a:rPr lang="en-US" sz="3000" dirty="0">
                <a:solidFill>
                  <a:schemeClr val="tx1"/>
                </a:solidFill>
                <a:effectLst/>
              </a:rPr>
              <a:t> 's/is not/is too/g' file.txt</a:t>
            </a: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68324" y="312420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sed</a:t>
            </a:r>
            <a:r>
              <a:rPr lang="en-US" sz="3000" dirty="0">
                <a:solidFill>
                  <a:schemeClr val="tx1"/>
                </a:solidFill>
                <a:effectLst/>
              </a:rPr>
              <a:t> -n s/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dns</a:t>
            </a:r>
            <a:r>
              <a:rPr lang="en-US" sz="3000" dirty="0">
                <a:solidFill>
                  <a:schemeClr val="tx1"/>
                </a:solidFill>
                <a:effectLst/>
              </a:rPr>
              <a:t>/DNS/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pg</a:t>
            </a:r>
            <a:r>
              <a:rPr lang="en-US" sz="3000" dirty="0">
                <a:solidFill>
                  <a:schemeClr val="tx1"/>
                </a:solidFill>
                <a:effectLst/>
              </a:rPr>
              <a:t> 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etc</a:t>
            </a:r>
            <a:r>
              <a:rPr lang="en-US" sz="3000" dirty="0">
                <a:solidFill>
                  <a:schemeClr val="tx1"/>
                </a:solidFill>
                <a:effectLst/>
              </a:rPr>
              <a:t>/services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4495800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sed</a:t>
            </a:r>
            <a:r>
              <a:rPr lang="en-US" sz="3000" dirty="0">
                <a:solidFill>
                  <a:schemeClr val="tx1"/>
                </a:solidFill>
                <a:effectLst/>
              </a:rPr>
              <a:t> -n '1,10s/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dns</a:t>
            </a:r>
            <a:r>
              <a:rPr lang="en-US" sz="3000" dirty="0">
                <a:solidFill>
                  <a:schemeClr val="tx1"/>
                </a:solidFill>
                <a:effectLst/>
              </a:rPr>
              <a:t>/DNS/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pg</a:t>
            </a:r>
            <a:r>
              <a:rPr lang="en-US" sz="3000" dirty="0">
                <a:solidFill>
                  <a:schemeClr val="tx1"/>
                </a:solidFill>
                <a:effectLst/>
              </a:rPr>
              <a:t>' services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A7BF9AF-89AD-4E88-9E2D-AA4E2078A220}"/>
              </a:ext>
            </a:extLst>
          </p:cNvPr>
          <p:cNvSpPr txBox="1">
            <a:spLocks/>
          </p:cNvSpPr>
          <p:nvPr/>
        </p:nvSpPr>
        <p:spPr>
          <a:xfrm>
            <a:off x="569913" y="5787591"/>
            <a:ext cx="11049000" cy="609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user@host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~]$ </a:t>
            </a:r>
            <a:r>
              <a:rPr lang="en-US" sz="3000" dirty="0">
                <a:solidFill>
                  <a:schemeClr val="tx1"/>
                </a:solidFill>
                <a:effectLst/>
              </a:rPr>
              <a:t>sed –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i.bak</a:t>
            </a:r>
            <a:r>
              <a:rPr lang="en-US" sz="3000" dirty="0">
                <a:solidFill>
                  <a:schemeClr val="tx1"/>
                </a:solidFill>
                <a:effectLst/>
              </a:rPr>
              <a:t> '/^#/d;/^$/d' services</a:t>
            </a:r>
          </a:p>
        </p:txBody>
      </p:sp>
    </p:spTree>
    <p:extLst>
      <p:ext uri="{BB962C8B-B14F-4D97-AF65-F5344CB8AC3E}">
        <p14:creationId xmlns:p14="http://schemas.microsoft.com/office/powerpoint/2010/main" val="3252247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8" grpId="0" animBg="1"/>
      <p:bldP spid="9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5B9011-3BFC-49BD-9D2A-6B261C13FD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Other Use Cases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658395-A1C5-45FC-B7D4-A02541019C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Other use cases of vim</a:t>
            </a:r>
          </a:p>
        </p:txBody>
      </p:sp>
    </p:spTree>
    <p:extLst>
      <p:ext uri="{BB962C8B-B14F-4D97-AF65-F5344CB8AC3E}">
        <p14:creationId xmlns:p14="http://schemas.microsoft.com/office/powerpoint/2010/main" val="730916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Description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Edit the </a:t>
            </a:r>
            <a:r>
              <a:rPr lang="en-US" dirty="0" err="1"/>
              <a:t>passwd</a:t>
            </a:r>
            <a:r>
              <a:rPr lang="en-US" dirty="0"/>
              <a:t> or shadow-password file </a:t>
            </a:r>
          </a:p>
          <a:p>
            <a:pPr>
              <a:lnSpc>
                <a:spcPct val="100000"/>
              </a:lnSpc>
            </a:pPr>
            <a:r>
              <a:rPr lang="en-US" dirty="0"/>
              <a:t>Example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vipw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84</a:t>
            </a:fld>
            <a:endParaRPr lang="en-US" dirty="0"/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3200400"/>
            <a:ext cx="11049000" cy="31242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root@host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~]#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vipw</a:t>
            </a:r>
            <a:endParaRPr lang="en-US" sz="3000" dirty="0">
              <a:solidFill>
                <a:schemeClr val="tx1"/>
              </a:solidFill>
              <a:effectLst/>
            </a:endParaRP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...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user:x:1000:1000::/home/user:/bin/bash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devops:x:1001:1001::/home/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devops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:/bin/bash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clerk:x:1002:1002::/home/clerk:/bin/bash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54546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Description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Edit the group or shadow-group file </a:t>
            </a:r>
          </a:p>
          <a:p>
            <a:pPr>
              <a:lnSpc>
                <a:spcPct val="100000"/>
              </a:lnSpc>
            </a:pPr>
            <a:r>
              <a:rPr lang="en-US" dirty="0"/>
              <a:t>Example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vigr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85</a:t>
            </a:fld>
            <a:endParaRPr lang="en-US" dirty="0"/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3200400"/>
            <a:ext cx="11049000" cy="31242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root@host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~]#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vigr</a:t>
            </a:r>
            <a:endParaRPr lang="en-US" sz="3000" dirty="0">
              <a:solidFill>
                <a:schemeClr val="tx1"/>
              </a:solidFill>
              <a:effectLst/>
            </a:endParaRP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...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user:x:1000:user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devops:x:1001:devops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clerk:x:1002:clerk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689603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Description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Edit the </a:t>
            </a:r>
            <a:r>
              <a:rPr lang="en-US" dirty="0" err="1"/>
              <a:t>sudoers</a:t>
            </a:r>
            <a:r>
              <a:rPr lang="en-US" dirty="0"/>
              <a:t> file</a:t>
            </a:r>
          </a:p>
          <a:p>
            <a:pPr>
              <a:lnSpc>
                <a:spcPct val="100000"/>
              </a:lnSpc>
            </a:pPr>
            <a:r>
              <a:rPr lang="en-US" dirty="0"/>
              <a:t>Example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visudo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86</a:t>
            </a:fld>
            <a:endParaRPr lang="en-US" dirty="0"/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68324" y="3200400"/>
            <a:ext cx="11049000" cy="31242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b="0" dirty="0">
                <a:solidFill>
                  <a:schemeClr val="tx1"/>
                </a:solidFill>
                <a:effectLst/>
              </a:rPr>
              <a:t>[</a:t>
            </a:r>
            <a:r>
              <a:rPr lang="en-US" sz="3000" b="0" dirty="0" err="1">
                <a:solidFill>
                  <a:schemeClr val="tx1"/>
                </a:solidFill>
                <a:effectLst/>
              </a:rPr>
              <a:t>root@host</a:t>
            </a:r>
            <a:r>
              <a:rPr lang="en-US" sz="3000" b="0" dirty="0">
                <a:solidFill>
                  <a:schemeClr val="tx1"/>
                </a:solidFill>
                <a:effectLst/>
              </a:rPr>
              <a:t> ~]# </a:t>
            </a:r>
            <a:r>
              <a:rPr lang="en-US" sz="3000" dirty="0" err="1">
                <a:solidFill>
                  <a:schemeClr val="tx1"/>
                </a:solidFill>
                <a:effectLst/>
              </a:rPr>
              <a:t>visudo</a:t>
            </a:r>
            <a:endParaRPr lang="en-US" sz="3000" dirty="0">
              <a:solidFill>
                <a:schemeClr val="tx1"/>
              </a:solidFill>
              <a:effectLst/>
            </a:endParaRP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...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## Allow root to run any commands anywhere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root   ALL=(ALL)   ALL</a:t>
            </a:r>
          </a:p>
          <a:p>
            <a:r>
              <a:rPr lang="en-US" sz="3000" b="0" dirty="0">
                <a:solidFill>
                  <a:schemeClr val="tx1"/>
                </a:solidFill>
                <a:effectLst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952071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5B9011-3BFC-49BD-9D2A-6B261C13FD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SUDO Control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658395-A1C5-45FC-B7D4-A02541019C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Other means of controlling SUDO</a:t>
            </a:r>
          </a:p>
        </p:txBody>
      </p:sp>
    </p:spTree>
    <p:extLst>
      <p:ext uri="{BB962C8B-B14F-4D97-AF65-F5344CB8AC3E}">
        <p14:creationId xmlns:p14="http://schemas.microsoft.com/office/powerpoint/2010/main" val="1491101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The Sandwich Request </a:t>
            </a:r>
            <a:endParaRPr lang="en-US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88</a:t>
            </a:fld>
            <a:endParaRPr lang="en-US" dirty="0"/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A538B9F3-E80C-460E-9796-47CF6C6345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262" y="1534100"/>
            <a:ext cx="5448300" cy="45251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7311B1-FD85-47BA-9C7F-A8560854EA97}"/>
              </a:ext>
            </a:extLst>
          </p:cNvPr>
          <p:cNvSpPr txBox="1"/>
          <p:nvPr/>
        </p:nvSpPr>
        <p:spPr>
          <a:xfrm>
            <a:off x="3503613" y="6313939"/>
            <a:ext cx="5181600" cy="475359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dirty="0"/>
              <a:t>https://xkcd.com/149/</a:t>
            </a:r>
          </a:p>
        </p:txBody>
      </p:sp>
    </p:spTree>
    <p:extLst>
      <p:ext uri="{BB962C8B-B14F-4D97-AF65-F5344CB8AC3E}">
        <p14:creationId xmlns:p14="http://schemas.microsoft.com/office/powerpoint/2010/main" val="3235938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Control </a:t>
            </a:r>
            <a:r>
              <a:rPr lang="en-US" b="1" dirty="0"/>
              <a:t>who</a:t>
            </a:r>
            <a:r>
              <a:rPr lang="en-US" dirty="0"/>
              <a:t> can do </a:t>
            </a:r>
            <a:r>
              <a:rPr lang="en-US" b="1" dirty="0"/>
              <a:t>what</a:t>
            </a:r>
            <a:r>
              <a:rPr lang="en-US" dirty="0"/>
              <a:t> and from </a:t>
            </a:r>
            <a:r>
              <a:rPr lang="en-US" b="1" dirty="0"/>
              <a:t>where</a:t>
            </a:r>
          </a:p>
          <a:p>
            <a:pPr>
              <a:lnSpc>
                <a:spcPct val="100000"/>
              </a:lnSpc>
            </a:pPr>
            <a:r>
              <a:rPr lang="en-US" dirty="0"/>
              <a:t>Main configuration file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/</a:t>
            </a:r>
            <a:r>
              <a:rPr lang="en-US" b="1" dirty="0" err="1"/>
              <a:t>etc</a:t>
            </a:r>
            <a:r>
              <a:rPr lang="en-US" b="1" dirty="0"/>
              <a:t>/</a:t>
            </a:r>
            <a:r>
              <a:rPr lang="en-US" b="1" dirty="0" err="1"/>
              <a:t>sudoers</a:t>
            </a:r>
            <a:endParaRPr lang="en-US" b="1" dirty="0"/>
          </a:p>
          <a:p>
            <a:pPr>
              <a:lnSpc>
                <a:spcPct val="100000"/>
              </a:lnSpc>
            </a:pPr>
            <a:r>
              <a:rPr lang="en-US" dirty="0"/>
              <a:t>Additional configuration files 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/</a:t>
            </a:r>
            <a:r>
              <a:rPr lang="en-US" b="1" dirty="0" err="1"/>
              <a:t>etc</a:t>
            </a:r>
            <a:r>
              <a:rPr lang="en-US" b="1" dirty="0"/>
              <a:t>/</a:t>
            </a:r>
            <a:r>
              <a:rPr lang="en-US" b="1" dirty="0" err="1"/>
              <a:t>sudoers.d</a:t>
            </a:r>
            <a:r>
              <a:rPr lang="en-US" b="1" dirty="0"/>
              <a:t>/</a:t>
            </a:r>
          </a:p>
          <a:p>
            <a:pPr>
              <a:lnSpc>
                <a:spcPct val="100000"/>
              </a:lnSpc>
            </a:pPr>
            <a:r>
              <a:rPr lang="en-US" dirty="0"/>
              <a:t>Can be managed with group membership as well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wheel</a:t>
            </a:r>
            <a:r>
              <a:rPr lang="en-US" dirty="0"/>
              <a:t> (CentOS, openSUSE), </a:t>
            </a:r>
            <a:r>
              <a:rPr lang="en-US" b="1" dirty="0"/>
              <a:t>admin</a:t>
            </a:r>
            <a:r>
              <a:rPr lang="en-US" dirty="0"/>
              <a:t> (Ubuntu), </a:t>
            </a:r>
            <a:r>
              <a:rPr lang="en-US" b="1" dirty="0" err="1"/>
              <a:t>sudo</a:t>
            </a:r>
            <a:r>
              <a:rPr lang="en-US" dirty="0"/>
              <a:t> (Ubuntu)</a:t>
            </a:r>
          </a:p>
          <a:p>
            <a:pPr>
              <a:lnSpc>
                <a:spcPct val="100000"/>
              </a:lnSpc>
            </a:pPr>
            <a:r>
              <a:rPr lang="en-US" dirty="0"/>
              <a:t>Supports aliases for </a:t>
            </a:r>
            <a:r>
              <a:rPr lang="en-US" b="1" dirty="0"/>
              <a:t>users</a:t>
            </a:r>
            <a:r>
              <a:rPr lang="en-US" dirty="0"/>
              <a:t>, </a:t>
            </a:r>
            <a:r>
              <a:rPr lang="en-US" b="1" dirty="0"/>
              <a:t>hosts</a:t>
            </a:r>
            <a:r>
              <a:rPr lang="en-US" dirty="0"/>
              <a:t>, and </a:t>
            </a:r>
            <a:r>
              <a:rPr lang="en-US" b="1" dirty="0"/>
              <a:t>commands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SUDO Configuration</a:t>
            </a:r>
            <a:endParaRPr lang="en-US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89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62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dirty="0"/>
              <a:t>Main configuration instructions</a:t>
            </a:r>
          </a:p>
          <a:p>
            <a:pPr lvl="1">
              <a:lnSpc>
                <a:spcPct val="100000"/>
              </a:lnSpc>
            </a:pPr>
            <a:r>
              <a:rPr lang="en-US" sz="2400" dirty="0"/>
              <a:t>For user: </a:t>
            </a:r>
            <a:r>
              <a:rPr lang="en-US" sz="2400" b="1" dirty="0"/>
              <a:t>user (host)=(</a:t>
            </a:r>
            <a:r>
              <a:rPr lang="en-US" sz="2400" b="1" dirty="0" err="1"/>
              <a:t>user:group</a:t>
            </a:r>
            <a:r>
              <a:rPr lang="en-US" sz="2400" b="1" dirty="0"/>
              <a:t>) [options] commands</a:t>
            </a:r>
          </a:p>
          <a:p>
            <a:pPr lvl="1">
              <a:lnSpc>
                <a:spcPct val="100000"/>
              </a:lnSpc>
            </a:pPr>
            <a:r>
              <a:rPr lang="en-US" sz="2400" dirty="0"/>
              <a:t>For group: </a:t>
            </a:r>
            <a:r>
              <a:rPr lang="en-US" sz="2400" b="1" dirty="0"/>
              <a:t>%group (host)=(</a:t>
            </a:r>
            <a:r>
              <a:rPr lang="en-US" sz="2400" b="1" dirty="0" err="1"/>
              <a:t>user:group</a:t>
            </a:r>
            <a:r>
              <a:rPr lang="en-US" sz="2400" b="1" dirty="0"/>
              <a:t>) [options] commands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Examples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SUDO File Format</a:t>
            </a:r>
            <a:endParaRPr lang="en-US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90</a:t>
            </a:fld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0698EADC-F3BC-4258-8943-47BAAA74454D}"/>
              </a:ext>
            </a:extLst>
          </p:cNvPr>
          <p:cNvSpPr txBox="1">
            <a:spLocks/>
          </p:cNvSpPr>
          <p:nvPr/>
        </p:nvSpPr>
        <p:spPr>
          <a:xfrm>
            <a:off x="568324" y="3276600"/>
            <a:ext cx="11049000" cy="312419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2000" b="0" dirty="0">
                <a:solidFill>
                  <a:schemeClr val="tx1"/>
                </a:solidFill>
                <a:effectLst/>
              </a:rPr>
              <a:t># root can execute any command as anyone from anywhere</a:t>
            </a:r>
          </a:p>
          <a:p>
            <a:r>
              <a:rPr lang="en-US" sz="2000" dirty="0">
                <a:solidFill>
                  <a:schemeClr val="tx1"/>
                </a:solidFill>
                <a:effectLst/>
              </a:rPr>
              <a:t>root       ALL=(ALL:ALL)          ALL</a:t>
            </a:r>
          </a:p>
          <a:p>
            <a:r>
              <a:rPr lang="en-US" sz="2000" b="0" dirty="0">
                <a:solidFill>
                  <a:schemeClr val="tx1"/>
                </a:solidFill>
                <a:effectLst/>
              </a:rPr>
              <a:t># (alternative)</a:t>
            </a:r>
          </a:p>
          <a:p>
            <a:r>
              <a:rPr lang="en-US" sz="2000" dirty="0">
                <a:solidFill>
                  <a:schemeClr val="tx1"/>
                </a:solidFill>
                <a:effectLst/>
              </a:rPr>
              <a:t>root       ALL=(ALL)              ALL</a:t>
            </a:r>
            <a:endParaRPr lang="en-US" sz="2000" b="0" dirty="0">
              <a:solidFill>
                <a:schemeClr val="tx1"/>
              </a:solidFill>
              <a:effectLst/>
            </a:endParaRPr>
          </a:p>
          <a:p>
            <a:r>
              <a:rPr lang="en-US" sz="2000" b="0" dirty="0">
                <a:solidFill>
                  <a:schemeClr val="tx1"/>
                </a:solidFill>
                <a:effectLst/>
              </a:rPr>
              <a:t># members of group can execute any command as anyone from anywhere</a:t>
            </a:r>
          </a:p>
          <a:p>
            <a:r>
              <a:rPr lang="en-US" sz="2000" dirty="0">
                <a:solidFill>
                  <a:schemeClr val="tx1"/>
                </a:solidFill>
                <a:effectLst/>
              </a:rPr>
              <a:t>%wheel     ALL=(ALL)              ALL</a:t>
            </a:r>
          </a:p>
          <a:p>
            <a:r>
              <a:rPr lang="en-US" sz="2000" b="0" dirty="0">
                <a:solidFill>
                  <a:schemeClr val="tx1"/>
                </a:solidFill>
                <a:effectLst/>
              </a:rPr>
              <a:t># user can execute any command as anyone from anywhere w/o password</a:t>
            </a:r>
          </a:p>
          <a:p>
            <a:r>
              <a:rPr lang="en-US" sz="2000" dirty="0">
                <a:solidFill>
                  <a:schemeClr val="tx1"/>
                </a:solidFill>
                <a:effectLst/>
              </a:rPr>
              <a:t>demo       ALL=(ALL)    NOPASSWD: ALL</a:t>
            </a:r>
            <a:endParaRPr lang="en-US" sz="2000" b="0" dirty="0">
              <a:solidFill>
                <a:schemeClr val="tx1"/>
              </a:solidFill>
              <a:effectLst/>
            </a:endParaRPr>
          </a:p>
          <a:p>
            <a:r>
              <a:rPr lang="en-US" sz="2000" b="0" dirty="0">
                <a:solidFill>
                  <a:schemeClr val="tx1"/>
                </a:solidFill>
                <a:effectLst/>
              </a:rPr>
              <a:t># user can execute specific command as anyone from anywhere w/o password</a:t>
            </a:r>
          </a:p>
          <a:p>
            <a:r>
              <a:rPr lang="en-US" sz="2000" dirty="0">
                <a:solidFill>
                  <a:schemeClr val="tx1"/>
                </a:solidFill>
                <a:effectLst/>
              </a:rPr>
              <a:t>demo       ALL=(ALL)    NOPASSWD: /</a:t>
            </a:r>
            <a:r>
              <a:rPr lang="en-US" sz="2000" dirty="0" err="1">
                <a:solidFill>
                  <a:schemeClr val="tx1"/>
                </a:solidFill>
                <a:effectLst/>
              </a:rPr>
              <a:t>usr</a:t>
            </a:r>
            <a:r>
              <a:rPr lang="en-US" sz="2000" dirty="0">
                <a:solidFill>
                  <a:schemeClr val="tx1"/>
                </a:solidFill>
                <a:effectLst/>
              </a:rPr>
              <a:t>/bin/command</a:t>
            </a:r>
            <a:endParaRPr lang="en-US" sz="2000" b="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37098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61B765-5A78-4BBB-AAB8-9056940222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800" dirty="0"/>
              <a:t>Practice: vim, sed, </a:t>
            </a:r>
            <a:r>
              <a:rPr lang="en-US" sz="4800" dirty="0" err="1"/>
              <a:t>vipw</a:t>
            </a:r>
            <a:r>
              <a:rPr lang="en-US" sz="4800" dirty="0"/>
              <a:t>, </a:t>
            </a:r>
            <a:r>
              <a:rPr lang="en-US" sz="4800" dirty="0" err="1"/>
              <a:t>vigr</a:t>
            </a:r>
            <a:r>
              <a:rPr lang="en-US" sz="4800" dirty="0"/>
              <a:t>, and </a:t>
            </a:r>
            <a:r>
              <a:rPr lang="en-US" sz="4800" dirty="0" err="1"/>
              <a:t>visudo</a:t>
            </a:r>
            <a:endParaRPr lang="en-US" sz="4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FA80A8-B795-444D-9A6D-88490CF3C3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4949" y="5562600"/>
            <a:ext cx="10958928" cy="499819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Live Demonstration in Class</a:t>
            </a:r>
          </a:p>
        </p:txBody>
      </p:sp>
    </p:spTree>
    <p:extLst>
      <p:ext uri="{BB962C8B-B14F-4D97-AF65-F5344CB8AC3E}">
        <p14:creationId xmlns:p14="http://schemas.microsoft.com/office/powerpoint/2010/main" val="2159586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dirty="0"/>
              <a:t>The Linux Command Line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hlinkClick r:id="rId3"/>
              </a:rPr>
              <a:t>http://linuxcommand.org/tlcl.php</a:t>
            </a:r>
            <a:r>
              <a:rPr lang="en-US" sz="18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Bash Guide for Beginners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hlinkClick r:id="rId4"/>
              </a:rPr>
              <a:t>http://tldp.org/LDP/Bash-Beginners-Guide/html/index.html</a:t>
            </a:r>
            <a:r>
              <a:rPr lang="en-US" sz="18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Bash Reference Manual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hlinkClick r:id="rId5"/>
              </a:rPr>
              <a:t>https://www.gnu.org/software/bash/manual/html_node/index.html</a:t>
            </a:r>
            <a:r>
              <a:rPr lang="en-US" sz="18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Vim Home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hlinkClick r:id="rId6"/>
              </a:rPr>
              <a:t>http://www.vim.org/</a:t>
            </a:r>
            <a:r>
              <a:rPr lang="en-US" sz="18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Vim Adventures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hlinkClick r:id="rId7"/>
              </a:rPr>
              <a:t>https://vim-adventures.com/</a:t>
            </a:r>
            <a:r>
              <a:rPr lang="en-US" sz="18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000" dirty="0" err="1"/>
              <a:t>sed</a:t>
            </a:r>
            <a:r>
              <a:rPr lang="en-US" sz="2000" dirty="0"/>
              <a:t> Manual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hlinkClick r:id="rId8"/>
              </a:rPr>
              <a:t>https://www.gnu.org/software/sed/manual/sed.html</a:t>
            </a:r>
            <a:r>
              <a:rPr lang="en-US" sz="180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Resources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92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4E6570-DF10-4D43-9B0A-9612F3836581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9218612" y="1295400"/>
            <a:ext cx="2253081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19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sz="2600" b="1" dirty="0" err="1">
                <a:solidFill>
                  <a:schemeClr val="bg1"/>
                </a:solidFill>
              </a:rPr>
              <a:t>stdin</a:t>
            </a:r>
            <a:r>
              <a:rPr lang="en-US" sz="2600" dirty="0"/>
              <a:t>, </a:t>
            </a:r>
            <a:r>
              <a:rPr lang="en-US" sz="2600" b="1" dirty="0" err="1">
                <a:solidFill>
                  <a:schemeClr val="bg1"/>
                </a:solidFill>
              </a:rPr>
              <a:t>stdout</a:t>
            </a:r>
            <a:r>
              <a:rPr lang="en-US" sz="2600" dirty="0"/>
              <a:t>, and </a:t>
            </a:r>
            <a:r>
              <a:rPr lang="en-US" sz="2600" b="1" dirty="0" err="1">
                <a:solidFill>
                  <a:schemeClr val="bg1"/>
                </a:solidFill>
              </a:rPr>
              <a:t>stderr</a:t>
            </a:r>
            <a:r>
              <a:rPr lang="en-US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600" dirty="0"/>
              <a:t>are the three system streams or </a:t>
            </a:r>
            <a:r>
              <a:rPr lang="en-US" sz="2600" b="1" dirty="0">
                <a:solidFill>
                  <a:schemeClr val="bg1"/>
                </a:solidFill>
              </a:rPr>
              <a:t>descriptors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sz="2600" dirty="0"/>
              <a:t>They can be </a:t>
            </a:r>
            <a:r>
              <a:rPr lang="en-US" sz="2600" b="1" dirty="0">
                <a:solidFill>
                  <a:schemeClr val="bg1"/>
                </a:solidFill>
              </a:rPr>
              <a:t>redirected</a:t>
            </a:r>
            <a:r>
              <a:rPr lang="en-US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600" dirty="0"/>
              <a:t>with operators like </a:t>
            </a:r>
            <a:r>
              <a:rPr lang="en-US" sz="2600" b="1" dirty="0">
                <a:solidFill>
                  <a:schemeClr val="bg1"/>
                </a:solidFill>
              </a:rPr>
              <a:t>&lt;</a:t>
            </a:r>
            <a:r>
              <a:rPr lang="en-US" sz="2600" dirty="0"/>
              <a:t>, </a:t>
            </a:r>
            <a:r>
              <a:rPr lang="en-US" sz="2600" b="1" dirty="0">
                <a:solidFill>
                  <a:schemeClr val="bg1"/>
                </a:solidFill>
              </a:rPr>
              <a:t>&gt;</a:t>
            </a:r>
            <a:r>
              <a:rPr lang="en-US" sz="2600" dirty="0"/>
              <a:t>, </a:t>
            </a:r>
            <a:r>
              <a:rPr lang="en-US" sz="2600" b="1" dirty="0">
                <a:solidFill>
                  <a:schemeClr val="bg1"/>
                </a:solidFill>
              </a:rPr>
              <a:t>&lt;&lt;</a:t>
            </a:r>
            <a:r>
              <a:rPr lang="en-US" sz="2600" dirty="0"/>
              <a:t>, and </a:t>
            </a:r>
            <a:r>
              <a:rPr lang="en-US" sz="2600" b="1" dirty="0">
                <a:solidFill>
                  <a:schemeClr val="bg1"/>
                </a:solidFill>
              </a:rPr>
              <a:t>&gt;&gt;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sz="2600" b="1" dirty="0">
                <a:solidFill>
                  <a:schemeClr val="bg1"/>
                </a:solidFill>
              </a:rPr>
              <a:t>Multiple</a:t>
            </a:r>
            <a:r>
              <a:rPr lang="en-US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600" dirty="0"/>
              <a:t>redirection instructions are read </a:t>
            </a:r>
            <a:r>
              <a:rPr lang="en-US" sz="2600" b="1" dirty="0">
                <a:solidFill>
                  <a:schemeClr val="bg1"/>
                </a:solidFill>
              </a:rPr>
              <a:t>from left to right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sz="2600" dirty="0"/>
              <a:t>We can create </a:t>
            </a:r>
            <a:r>
              <a:rPr lang="en-US" sz="2600" b="1" dirty="0">
                <a:solidFill>
                  <a:schemeClr val="bg1"/>
                </a:solidFill>
              </a:rPr>
              <a:t>command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b="1" dirty="0">
                <a:solidFill>
                  <a:schemeClr val="bg1"/>
                </a:solidFill>
              </a:rPr>
              <a:t>sequences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/>
              <a:t>with the help of </a:t>
            </a:r>
            <a:r>
              <a:rPr lang="en-US" sz="2600" b="1" dirty="0">
                <a:solidFill>
                  <a:schemeClr val="bg1"/>
                </a:solidFill>
              </a:rPr>
              <a:t>;</a:t>
            </a:r>
            <a:r>
              <a:rPr lang="en-US" sz="2600" dirty="0"/>
              <a:t>, </a:t>
            </a:r>
            <a:r>
              <a:rPr lang="en-US" sz="2600" b="1" dirty="0">
                <a:solidFill>
                  <a:schemeClr val="bg1"/>
                </a:solidFill>
              </a:rPr>
              <a:t>|</a:t>
            </a:r>
            <a:r>
              <a:rPr lang="en-US" sz="2600" dirty="0"/>
              <a:t>, </a:t>
            </a:r>
            <a:r>
              <a:rPr lang="en-US" sz="2600" b="1" dirty="0">
                <a:solidFill>
                  <a:schemeClr val="bg1"/>
                </a:solidFill>
              </a:rPr>
              <a:t>&amp;&amp;</a:t>
            </a:r>
            <a:r>
              <a:rPr lang="en-US" sz="2600" dirty="0"/>
              <a:t>, </a:t>
            </a:r>
            <a:r>
              <a:rPr lang="en-US" sz="2600" b="1" dirty="0">
                <a:solidFill>
                  <a:schemeClr val="bg1"/>
                </a:solidFill>
              </a:rPr>
              <a:t>||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sz="2600" dirty="0"/>
              <a:t>Commands in the sequences can be (</a:t>
            </a:r>
            <a:r>
              <a:rPr lang="en-US" sz="2600" b="1" dirty="0">
                <a:solidFill>
                  <a:schemeClr val="bg1"/>
                </a:solidFill>
              </a:rPr>
              <a:t>in-</a:t>
            </a:r>
            <a:r>
              <a:rPr lang="en-US" sz="2600" dirty="0"/>
              <a:t>)</a:t>
            </a:r>
            <a:r>
              <a:rPr lang="en-US" sz="2600" b="1" dirty="0">
                <a:solidFill>
                  <a:schemeClr val="bg1"/>
                </a:solidFill>
              </a:rPr>
              <a:t>dependent</a:t>
            </a:r>
            <a:r>
              <a:rPr lang="en-US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600" dirty="0"/>
              <a:t>on </a:t>
            </a:r>
            <a:r>
              <a:rPr lang="en-US" sz="2600" b="1" dirty="0">
                <a:solidFill>
                  <a:schemeClr val="bg1"/>
                </a:solidFill>
              </a:rPr>
              <a:t>each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b="1" dirty="0">
                <a:solidFill>
                  <a:schemeClr val="bg1"/>
                </a:solidFill>
              </a:rPr>
              <a:t>other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sz="2600" dirty="0"/>
              <a:t>We can </a:t>
            </a:r>
            <a:r>
              <a:rPr lang="en-US" sz="2600" b="1" dirty="0">
                <a:solidFill>
                  <a:schemeClr val="bg1"/>
                </a:solidFill>
              </a:rPr>
              <a:t>link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b="1" dirty="0">
                <a:solidFill>
                  <a:schemeClr val="bg1"/>
                </a:solidFill>
              </a:rPr>
              <a:t>the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b="1" dirty="0">
                <a:solidFill>
                  <a:schemeClr val="bg1"/>
                </a:solidFill>
              </a:rPr>
              <a:t>output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/>
              <a:t>of one command to the </a:t>
            </a:r>
            <a:r>
              <a:rPr lang="en-US" sz="2600" b="1" dirty="0">
                <a:solidFill>
                  <a:schemeClr val="bg1"/>
                </a:solidFill>
              </a:rPr>
              <a:t>next</a:t>
            </a:r>
            <a:r>
              <a:rPr lang="en-US" sz="2600" dirty="0"/>
              <a:t>, and then to </a:t>
            </a:r>
            <a:r>
              <a:rPr lang="en-US" sz="2600" b="1" dirty="0">
                <a:solidFill>
                  <a:schemeClr val="bg1"/>
                </a:solidFill>
              </a:rPr>
              <a:t>another</a:t>
            </a:r>
            <a:r>
              <a:rPr lang="en-US" sz="2600" dirty="0"/>
              <a:t>, …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sz="2600" b="1" dirty="0" err="1">
                <a:solidFill>
                  <a:schemeClr val="bg1"/>
                </a:solidFill>
              </a:rPr>
              <a:t>wc</a:t>
            </a:r>
            <a:r>
              <a:rPr lang="en-US" sz="2600" dirty="0"/>
              <a:t>, </a:t>
            </a:r>
            <a:r>
              <a:rPr lang="en-US" sz="2600" b="1" dirty="0">
                <a:solidFill>
                  <a:schemeClr val="bg1"/>
                </a:solidFill>
              </a:rPr>
              <a:t>cut</a:t>
            </a:r>
            <a:r>
              <a:rPr lang="en-US" sz="2600" dirty="0"/>
              <a:t>, </a:t>
            </a:r>
            <a:r>
              <a:rPr lang="en-US" sz="2600" b="1" dirty="0" err="1">
                <a:solidFill>
                  <a:schemeClr val="bg1"/>
                </a:solidFill>
              </a:rPr>
              <a:t>tac</a:t>
            </a:r>
            <a:r>
              <a:rPr lang="en-US" sz="2600" dirty="0"/>
              <a:t>, </a:t>
            </a:r>
            <a:r>
              <a:rPr lang="en-US" sz="2600" b="1" dirty="0">
                <a:solidFill>
                  <a:schemeClr val="bg1"/>
                </a:solidFill>
              </a:rPr>
              <a:t>head</a:t>
            </a:r>
            <a:r>
              <a:rPr lang="en-US" sz="2600" dirty="0"/>
              <a:t>, </a:t>
            </a:r>
            <a:r>
              <a:rPr lang="en-US" sz="2600" b="1" dirty="0">
                <a:solidFill>
                  <a:schemeClr val="bg1"/>
                </a:solidFill>
              </a:rPr>
              <a:t>tail</a:t>
            </a:r>
            <a:r>
              <a:rPr lang="en-US" sz="2600" dirty="0"/>
              <a:t>, and </a:t>
            </a:r>
            <a:r>
              <a:rPr lang="en-US" sz="2600" b="1" dirty="0">
                <a:solidFill>
                  <a:schemeClr val="bg1"/>
                </a:solidFill>
              </a:rPr>
              <a:t>sort</a:t>
            </a:r>
            <a:r>
              <a:rPr lang="en-US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600" dirty="0"/>
              <a:t>are just several of the </a:t>
            </a:r>
            <a:r>
              <a:rPr lang="en-US" sz="2600" b="1" dirty="0">
                <a:solidFill>
                  <a:schemeClr val="bg1"/>
                </a:solidFill>
              </a:rPr>
              <a:t>text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b="1" dirty="0">
                <a:solidFill>
                  <a:schemeClr val="bg1"/>
                </a:solidFill>
              </a:rPr>
              <a:t>processing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/>
              <a:t>tools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sz="2600" b="1" dirty="0" err="1">
                <a:solidFill>
                  <a:schemeClr val="bg1"/>
                </a:solidFill>
              </a:rPr>
              <a:t>grep</a:t>
            </a:r>
            <a:r>
              <a:rPr lang="en-US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600" dirty="0"/>
              <a:t>and </a:t>
            </a:r>
            <a:r>
              <a:rPr lang="en-US" sz="2600" b="1" dirty="0">
                <a:solidFill>
                  <a:schemeClr val="bg1"/>
                </a:solidFill>
              </a:rPr>
              <a:t>find</a:t>
            </a:r>
            <a:r>
              <a:rPr lang="en-US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600" dirty="0"/>
              <a:t>allow us to search </a:t>
            </a:r>
            <a:r>
              <a:rPr lang="en-US" sz="2600" b="1" dirty="0">
                <a:solidFill>
                  <a:schemeClr val="bg1"/>
                </a:solidFill>
              </a:rPr>
              <a:t>in</a:t>
            </a:r>
            <a:r>
              <a:rPr lang="en-US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600" dirty="0"/>
              <a:t>or </a:t>
            </a:r>
            <a:r>
              <a:rPr lang="en-US" sz="2600" b="1" dirty="0">
                <a:solidFill>
                  <a:schemeClr val="bg1"/>
                </a:solidFill>
              </a:rPr>
              <a:t>for</a:t>
            </a:r>
            <a:r>
              <a:rPr lang="en-US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600" dirty="0"/>
              <a:t>files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sz="2600" b="1" dirty="0">
                <a:solidFill>
                  <a:schemeClr val="bg1"/>
                </a:solidFill>
              </a:rPr>
              <a:t>Vim</a:t>
            </a:r>
            <a:r>
              <a:rPr lang="en-US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600" dirty="0"/>
              <a:t>is integral part of our toolset. It is very </a:t>
            </a:r>
            <a:r>
              <a:rPr lang="en-US" sz="2600" b="1" dirty="0">
                <a:solidFill>
                  <a:schemeClr val="bg1"/>
                </a:solidFill>
              </a:rPr>
              <a:t>powerful</a:t>
            </a:r>
            <a:r>
              <a:rPr lang="en-US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600" dirty="0"/>
              <a:t>and </a:t>
            </a:r>
            <a:r>
              <a:rPr lang="en-US" sz="2600" b="1" dirty="0">
                <a:solidFill>
                  <a:schemeClr val="bg1"/>
                </a:solidFill>
              </a:rPr>
              <a:t>minimalistic</a:t>
            </a:r>
            <a:r>
              <a:rPr lang="en-US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600" dirty="0"/>
              <a:t>editor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sz="2600" dirty="0"/>
              <a:t>However </a:t>
            </a:r>
            <a:r>
              <a:rPr lang="en-US" sz="2600" b="1" dirty="0" err="1">
                <a:solidFill>
                  <a:schemeClr val="bg1"/>
                </a:solidFill>
              </a:rPr>
              <a:t>sed</a:t>
            </a:r>
            <a:r>
              <a:rPr lang="en-US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600" dirty="0"/>
              <a:t>covers tasks that require stream editing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endParaRPr lang="en-US" sz="26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93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4E6570-DF10-4D43-9B0A-9612F383658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9218612" y="1295400"/>
            <a:ext cx="2253081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29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797" dirty="0">
                <a:solidFill>
                  <a:srgbClr val="234465"/>
                </a:solidFill>
              </a:rPr>
              <a:t>Questions?</a:t>
            </a:r>
            <a:endParaRPr lang="en-US" sz="8797" dirty="0"/>
          </a:p>
        </p:txBody>
      </p:sp>
    </p:spTree>
    <p:extLst>
      <p:ext uri="{BB962C8B-B14F-4D97-AF65-F5344CB8AC3E}">
        <p14:creationId xmlns:p14="http://schemas.microsoft.com/office/powerpoint/2010/main" val="531444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">
            <a:extLst>
              <a:ext uri="{FF2B5EF4-FFF2-40B4-BE49-F238E27FC236}">
                <a16:creationId xmlns:a16="http://schemas.microsoft.com/office/drawing/2014/main" id="{1DA59687-2AA3-446B-9C8E-9FD7874E6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95</a:t>
            </a:fld>
            <a:endParaRPr lang="en-US" dirty="0"/>
          </a:p>
        </p:txBody>
      </p:sp>
      <p:pic>
        <p:nvPicPr>
          <p:cNvPr id="33" name="Superhosting">
            <a:hlinkClick r:id="rId3"/>
            <a:extLst>
              <a:ext uri="{FF2B5EF4-FFF2-40B4-BE49-F238E27FC236}">
                <a16:creationId xmlns:a16="http://schemas.microsoft.com/office/drawing/2014/main" id="{209EACB9-FC1D-4DCA-BC86-B0DD02312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459" y="5669124"/>
            <a:ext cx="6472875" cy="774091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softEdge rad="0"/>
          </a:effectLst>
        </p:spPr>
      </p:pic>
      <p:pic>
        <p:nvPicPr>
          <p:cNvPr id="32" name="Stemo">
            <a:hlinkClick r:id="rId5"/>
            <a:extLst>
              <a:ext uri="{FF2B5EF4-FFF2-40B4-BE49-F238E27FC236}">
                <a16:creationId xmlns:a16="http://schemas.microsoft.com/office/drawing/2014/main" id="{0FDF11E6-F5ED-4FB2-96CD-9D306D28A0D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204" r="-4204"/>
          <a:stretch>
            <a:fillRect/>
          </a:stretch>
        </p:blipFill>
        <p:spPr>
          <a:xfrm>
            <a:off x="1093493" y="5580062"/>
            <a:ext cx="2872298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softEdge rad="0"/>
          </a:effectLst>
        </p:spPr>
      </p:pic>
      <p:pic>
        <p:nvPicPr>
          <p:cNvPr id="22" name="Infragistics">
            <a:hlinkClick r:id="rId7"/>
            <a:extLst>
              <a:ext uri="{FF2B5EF4-FFF2-40B4-BE49-F238E27FC236}">
                <a16:creationId xmlns:a16="http://schemas.microsoft.com/office/drawing/2014/main" id="{B144A31B-0A04-458F-A3E8-FB087C518105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204" r="-4204"/>
          <a:stretch/>
        </p:blipFill>
        <p:spPr>
          <a:xfrm>
            <a:off x="5436600" y="4550070"/>
            <a:ext cx="5665883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softEdge rad="0"/>
          </a:effectLst>
        </p:spPr>
      </p:pic>
      <p:pic>
        <p:nvPicPr>
          <p:cNvPr id="23" name="Indeavr" descr="Ð ÐµÐ·ÑÐ»ÑÐ°Ñ Ñ Ð¸Ð·Ð¾Ð±ÑÐ°Ð¶ÐµÐ½Ð¸Ðµ Ð·Ð° indeavr">
            <a:hlinkClick r:id="rId9"/>
            <a:extLst>
              <a:ext uri="{FF2B5EF4-FFF2-40B4-BE49-F238E27FC236}">
                <a16:creationId xmlns:a16="http://schemas.microsoft.com/office/drawing/2014/main" id="{BCA470B5-EF7D-4607-9DBD-6D5DD869EA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633" t="-16118" r="-14633" b="-8642"/>
          <a:stretch/>
        </p:blipFill>
        <p:spPr bwMode="auto">
          <a:xfrm>
            <a:off x="1050492" y="4550070"/>
            <a:ext cx="3960082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pic>
        <p:nvPicPr>
          <p:cNvPr id="31" name="Motion Software">
            <a:hlinkClick r:id="rId11"/>
            <a:extLst>
              <a:ext uri="{FF2B5EF4-FFF2-40B4-BE49-F238E27FC236}">
                <a16:creationId xmlns:a16="http://schemas.microsoft.com/office/drawing/2014/main" id="{6C36419A-8DCA-4C41-ACC6-107A967CC691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589" t="-22282" r="-30138" b="-23831"/>
          <a:stretch/>
        </p:blipFill>
        <p:spPr>
          <a:xfrm>
            <a:off x="9354290" y="3520076"/>
            <a:ext cx="1748192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pic>
        <p:nvPicPr>
          <p:cNvPr id="29" name="Postbank">
            <a:hlinkClick r:id="rId13"/>
            <a:extLst>
              <a:ext uri="{FF2B5EF4-FFF2-40B4-BE49-F238E27FC236}">
                <a16:creationId xmlns:a16="http://schemas.microsoft.com/office/drawing/2014/main" id="{786DE91B-5838-4ABB-9599-9B9D5A72C832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826" t="-8951" r="-21826" b="-8951"/>
          <a:stretch/>
        </p:blipFill>
        <p:spPr>
          <a:xfrm>
            <a:off x="6217753" y="3520076"/>
            <a:ext cx="2518346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pic>
        <p:nvPicPr>
          <p:cNvPr id="30" name="SmartIT">
            <a:hlinkClick r:id="rId15"/>
            <a:extLst>
              <a:ext uri="{FF2B5EF4-FFF2-40B4-BE49-F238E27FC236}">
                <a16:creationId xmlns:a16="http://schemas.microsoft.com/office/drawing/2014/main" id="{EBCEF2BC-A3EC-41EB-A352-8F346A8B7942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503" t="-16504" r="-14503" b="-16504"/>
          <a:stretch/>
        </p:blipFill>
        <p:spPr>
          <a:xfrm>
            <a:off x="1050493" y="3520076"/>
            <a:ext cx="4539290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pic>
        <p:nvPicPr>
          <p:cNvPr id="24" name="Netpeak" descr="Ð ÐµÐ·ÑÐ»ÑÐ°Ñ Ñ Ð¸Ð·Ð¾Ð±ÑÐ°Ð¶ÐµÐ½Ð¸Ðµ Ð·Ð° netpeak">
            <a:hlinkClick r:id="rId17"/>
            <a:extLst>
              <a:ext uri="{FF2B5EF4-FFF2-40B4-BE49-F238E27FC236}">
                <a16:creationId xmlns:a16="http://schemas.microsoft.com/office/drawing/2014/main" id="{331D262B-A4E1-444E-91F0-CD07329508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291" t="-11436" r="-7291" b="-11436"/>
          <a:stretch/>
        </p:blipFill>
        <p:spPr bwMode="auto">
          <a:xfrm>
            <a:off x="5311660" y="2490082"/>
            <a:ext cx="5790822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pic>
        <p:nvPicPr>
          <p:cNvPr id="25" name="Sotware Group" descr="Ð ÐµÐ·ÑÐ»ÑÐ°Ñ Ñ Ð¸Ð·Ð¾Ð±ÑÐ°Ð¶ÐµÐ½Ð¸Ðµ Ð·Ð° software group">
            <a:hlinkClick r:id="rId19"/>
            <a:extLst>
              <a:ext uri="{FF2B5EF4-FFF2-40B4-BE49-F238E27FC236}">
                <a16:creationId xmlns:a16="http://schemas.microsoft.com/office/drawing/2014/main" id="{82BEFF31-0390-4708-9B87-CD5CA29F05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284" r="-9241"/>
          <a:stretch/>
        </p:blipFill>
        <p:spPr bwMode="auto">
          <a:xfrm>
            <a:off x="1050493" y="2490082"/>
            <a:ext cx="3856369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pic>
        <p:nvPicPr>
          <p:cNvPr id="26" name="Telenor">
            <a:hlinkClick r:id="rId21"/>
            <a:extLst>
              <a:ext uri="{FF2B5EF4-FFF2-40B4-BE49-F238E27FC236}">
                <a16:creationId xmlns:a16="http://schemas.microsoft.com/office/drawing/2014/main" id="{C8FB8C63-59CB-4A45-8529-96F047E7DDA8}"/>
              </a:ext>
            </a:extLst>
          </p:cNvPr>
          <p:cNvPicPr>
            <a:picLocks noChangeAspect="1"/>
          </p:cNvPicPr>
          <p:nvPr/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003" r="-12003" b="-2307"/>
          <a:stretch/>
        </p:blipFill>
        <p:spPr>
          <a:xfrm>
            <a:off x="8655579" y="1460088"/>
            <a:ext cx="2446901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pic>
        <p:nvPicPr>
          <p:cNvPr id="28" name="SB Tech">
            <a:hlinkClick r:id="rId23"/>
            <a:extLst>
              <a:ext uri="{FF2B5EF4-FFF2-40B4-BE49-F238E27FC236}">
                <a16:creationId xmlns:a16="http://schemas.microsoft.com/office/drawing/2014/main" id="{26832791-E415-4416-8C24-87B330830339}"/>
              </a:ext>
            </a:extLst>
          </p:cNvPr>
          <p:cNvPicPr>
            <a:picLocks noChangeAspect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22" r="-689"/>
          <a:stretch/>
        </p:blipFill>
        <p:spPr>
          <a:xfrm>
            <a:off x="5588691" y="1460088"/>
            <a:ext cx="2712303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pic>
        <p:nvPicPr>
          <p:cNvPr id="27" name="XS Software">
            <a:hlinkClick r:id="rId25"/>
            <a:extLst>
              <a:ext uri="{FF2B5EF4-FFF2-40B4-BE49-F238E27FC236}">
                <a16:creationId xmlns:a16="http://schemas.microsoft.com/office/drawing/2014/main" id="{EE616F15-A212-4948-8C33-01A8B3540A1B}"/>
              </a:ext>
            </a:extLst>
          </p:cNvPr>
          <p:cNvPicPr>
            <a:picLocks noChangeAspect="1"/>
          </p:cNvPicPr>
          <p:nvPr/>
        </p:nvPicPr>
        <p:blipFill rotWithShape="1"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796" t="-9452" r="-8796" b="-9452"/>
          <a:stretch/>
        </p:blipFill>
        <p:spPr>
          <a:xfrm>
            <a:off x="1050492" y="1460088"/>
            <a:ext cx="4183612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SoftUni Diamond Partners</a:t>
            </a:r>
            <a:endParaRPr lang="bg-BG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493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DF5E34AF-7064-4957-9286-B7A58DFE74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96</a:t>
            </a:fld>
            <a:endParaRPr lang="en-US" dirty="0"/>
          </a:p>
        </p:txBody>
      </p:sp>
      <p:grpSp>
        <p:nvGrpSpPr>
          <p:cNvPr id="9" name="Group Logos">
            <a:extLst>
              <a:ext uri="{FF2B5EF4-FFF2-40B4-BE49-F238E27FC236}">
                <a16:creationId xmlns:a16="http://schemas.microsoft.com/office/drawing/2014/main" id="{8F94737B-4698-41F8-AC81-9324F12880B9}"/>
              </a:ext>
            </a:extLst>
          </p:cNvPr>
          <p:cNvGrpSpPr/>
          <p:nvPr/>
        </p:nvGrpSpPr>
        <p:grpSpPr>
          <a:xfrm>
            <a:off x="1981756" y="1934193"/>
            <a:ext cx="8225314" cy="4149115"/>
            <a:chOff x="1492446" y="2067924"/>
            <a:chExt cx="6811766" cy="343607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C08C713-0228-4051-B23E-879B043121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5953" t="-24485" r="-5953" b="-24485"/>
            <a:stretch/>
          </p:blipFill>
          <p:spPr>
            <a:xfrm>
              <a:off x="1492446" y="2067924"/>
              <a:ext cx="4297166" cy="1439625"/>
            </a:xfrm>
            <a:prstGeom prst="roundRect">
              <a:avLst>
                <a:gd name="adj" fmla="val 8805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  <a:effectLst/>
          </p:spPr>
        </p:pic>
        <p:pic>
          <p:nvPicPr>
            <p:cNvPr id="12" name="Picture 11">
              <a:hlinkClick r:id="rId4"/>
              <a:extLst>
                <a:ext uri="{FF2B5EF4-FFF2-40B4-BE49-F238E27FC236}">
                  <a16:creationId xmlns:a16="http://schemas.microsoft.com/office/drawing/2014/main" id="{BFA766B8-8BBD-4F74-89B8-E81AF861C6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6654" r="6654"/>
            <a:stretch/>
          </p:blipFill>
          <p:spPr>
            <a:xfrm>
              <a:off x="6341434" y="2067924"/>
              <a:ext cx="1962778" cy="1439625"/>
            </a:xfrm>
            <a:prstGeom prst="roundRect">
              <a:avLst>
                <a:gd name="adj" fmla="val 8806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  <a:effectLst/>
          </p:spPr>
        </p:pic>
        <p:pic>
          <p:nvPicPr>
            <p:cNvPr id="14" name="Picture 13">
              <a:hlinkClick r:id="rId6"/>
              <a:extLst>
                <a:ext uri="{FF2B5EF4-FFF2-40B4-BE49-F238E27FC236}">
                  <a16:creationId xmlns:a16="http://schemas.microsoft.com/office/drawing/2014/main" id="{0913EF2F-215E-4B4F-A9E0-2D7E3B0C57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201" t="-3201" r="-3201" b="-3201"/>
            <a:stretch/>
          </p:blipFill>
          <p:spPr>
            <a:xfrm>
              <a:off x="5904002" y="4064376"/>
              <a:ext cx="2400210" cy="1439625"/>
            </a:xfrm>
            <a:prstGeom prst="roundRect">
              <a:avLst>
                <a:gd name="adj" fmla="val 8200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  <a:effectLst/>
          </p:spPr>
        </p:pic>
        <p:pic>
          <p:nvPicPr>
            <p:cNvPr id="16" name="Picture 15">
              <a:hlinkClick r:id="rId8"/>
              <a:extLst>
                <a:ext uri="{FF2B5EF4-FFF2-40B4-BE49-F238E27FC236}">
                  <a16:creationId xmlns:a16="http://schemas.microsoft.com/office/drawing/2014/main" id="{16A88256-1F6F-4AC2-AC84-DB3557011F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9305" t="-5874" r="-9305" b="-12736"/>
            <a:stretch/>
          </p:blipFill>
          <p:spPr>
            <a:xfrm>
              <a:off x="1492446" y="4064376"/>
              <a:ext cx="3383118" cy="1439625"/>
            </a:xfrm>
            <a:prstGeom prst="roundRect">
              <a:avLst>
                <a:gd name="adj" fmla="val 10015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  <a:effectLst/>
          </p:spPr>
        </p:pic>
      </p:grp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SoftUni Organizational Partners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442370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97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352" y="1269564"/>
            <a:ext cx="11815018" cy="5454469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This course (slides, examples, demos, exercises, homework, documents, videos and other assets) is </a:t>
            </a:r>
            <a:r>
              <a:rPr lang="en-US" b="1" dirty="0"/>
              <a:t>copyrighted content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Unauthorized copy, reproduction or use is illegal</a:t>
            </a:r>
          </a:p>
          <a:p>
            <a:pPr>
              <a:lnSpc>
                <a:spcPct val="120000"/>
              </a:lnSpc>
            </a:pPr>
            <a:r>
              <a:rPr lang="en-US" dirty="0"/>
              <a:t>© SoftUni – </a:t>
            </a:r>
            <a:r>
              <a:rPr lang="en-US" dirty="0">
                <a:hlinkClick r:id="rId3"/>
              </a:rPr>
              <a:t>https://softuni.org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Software University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A10A2585-858C-4B1E-8846-27CF1C15729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2485" y="4445191"/>
            <a:ext cx="1930474" cy="2043013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028908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>
            <a:extLst>
              <a:ext uri="{FF2B5EF4-FFF2-40B4-BE49-F238E27FC236}">
                <a16:creationId xmlns:a16="http://schemas.microsoft.com/office/drawing/2014/main" id="{34114123-C942-490F-A6BB-FD3CFFFE4B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98</a:t>
            </a:fld>
            <a:endParaRPr lang="en-US" dirty="0"/>
          </a:p>
        </p:txBody>
      </p:sp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354" y="1179586"/>
            <a:ext cx="8693332" cy="548857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199" dirty="0"/>
              <a:t>Software University – High-Quality Education, Profession and Job for Software Developers</a:t>
            </a:r>
          </a:p>
          <a:p>
            <a:pPr lvl="1"/>
            <a:r>
              <a:rPr lang="en-US" sz="2999" noProof="1">
                <a:hlinkClick r:id="rId3"/>
              </a:rPr>
              <a:t>softuni.bg</a:t>
            </a:r>
            <a:r>
              <a:rPr lang="en-US" sz="2999" noProof="1"/>
              <a:t>, </a:t>
            </a:r>
            <a:r>
              <a:rPr lang="en-US" sz="2999" noProof="1">
                <a:hlinkClick r:id="rId4"/>
              </a:rPr>
              <a:t>softuni.org</a:t>
            </a:r>
            <a:r>
              <a:rPr lang="en-US" sz="2999" noProof="1"/>
              <a:t> </a:t>
            </a:r>
          </a:p>
          <a:p>
            <a:pPr>
              <a:lnSpc>
                <a:spcPct val="100000"/>
              </a:lnSpc>
            </a:pPr>
            <a:r>
              <a:rPr lang="en-US" sz="3199" dirty="0"/>
              <a:t>Software University Foundation</a:t>
            </a:r>
            <a:endParaRPr lang="bg-BG" sz="3199" dirty="0"/>
          </a:p>
          <a:p>
            <a:pPr lvl="1"/>
            <a:r>
              <a:rPr lang="en-US" sz="2999" noProof="1">
                <a:hlinkClick r:id="rId5"/>
              </a:rPr>
              <a:t>softuni.foundation</a:t>
            </a:r>
            <a:endParaRPr lang="en-US" sz="2999" noProof="1"/>
          </a:p>
          <a:p>
            <a:pPr>
              <a:lnSpc>
                <a:spcPct val="100000"/>
              </a:lnSpc>
            </a:pPr>
            <a:r>
              <a:rPr lang="en-US" sz="3199" dirty="0"/>
              <a:t>Software University @ Facebook</a:t>
            </a:r>
          </a:p>
          <a:p>
            <a:pPr lvl="1"/>
            <a:r>
              <a:rPr lang="en-US" sz="2999" noProof="1">
                <a:hlinkClick r:id="rId6"/>
              </a:rPr>
              <a:t>facebook.com/SoftwareUniversity</a:t>
            </a:r>
            <a:endParaRPr lang="en-US" sz="2999" noProof="1"/>
          </a:p>
          <a:p>
            <a:pPr>
              <a:lnSpc>
                <a:spcPct val="100000"/>
              </a:lnSpc>
            </a:pPr>
            <a:r>
              <a:rPr lang="en-US" sz="3199" dirty="0"/>
              <a:t>Software University Forums</a:t>
            </a:r>
          </a:p>
          <a:p>
            <a:pPr lvl="1"/>
            <a:r>
              <a:rPr lang="en-US" sz="2999" dirty="0">
                <a:hlinkClick r:id="rId7"/>
              </a:rPr>
              <a:t>forum.softuni.bg</a:t>
            </a:r>
            <a:endParaRPr lang="en-US" sz="2999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</p:spTree>
    <p:extLst>
      <p:ext uri="{BB962C8B-B14F-4D97-AF65-F5344CB8AC3E}">
        <p14:creationId xmlns:p14="http://schemas.microsoft.com/office/powerpoint/2010/main" val="3839367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1_SoftUni3_1">
  <a:themeElements>
    <a:clrScheme name="Custom 2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7C86D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3_1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2_SoftUni3_1">
  <a:themeElements>
    <a:clrScheme name="Custom 2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7C86D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3_1" id="{D61FAD9B-6E74-4E03-BFE4-B363D484F1DA}" vid="{7089C1A3-635B-4B03-A017-DAF10A3A396B}"/>
    </a:ext>
  </a:extLst>
</a:theme>
</file>

<file path=ppt/theme/theme3.xml><?xml version="1.0" encoding="utf-8"?>
<a:theme xmlns:a="http://schemas.openxmlformats.org/drawingml/2006/main" name="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4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4266</TotalTime>
  <Words>4809</Words>
  <Application>Microsoft Office PowerPoint</Application>
  <PresentationFormat>Custom</PresentationFormat>
  <Paragraphs>936</Paragraphs>
  <Slides>98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98</vt:i4>
      </vt:variant>
    </vt:vector>
  </HeadingPairs>
  <TitlesOfParts>
    <vt:vector size="106" baseType="lpstr">
      <vt:lpstr>Arial</vt:lpstr>
      <vt:lpstr>Calibri</vt:lpstr>
      <vt:lpstr>Consolas</vt:lpstr>
      <vt:lpstr>Wingdings</vt:lpstr>
      <vt:lpstr>Wingdings 2</vt:lpstr>
      <vt:lpstr>1_SoftUni3_1</vt:lpstr>
      <vt:lpstr>2_SoftUni3_1</vt:lpstr>
      <vt:lpstr>SoftUni</vt:lpstr>
      <vt:lpstr>Advanced Console Techniques</vt:lpstr>
      <vt:lpstr>You Have Questions?</vt:lpstr>
      <vt:lpstr>Homework Progress (as of 17:00)</vt:lpstr>
      <vt:lpstr>PowerPoint Presentation</vt:lpstr>
      <vt:lpstr>What We Covered</vt:lpstr>
      <vt:lpstr>PowerPoint Presentation</vt:lpstr>
      <vt:lpstr>Table of Contents</vt:lpstr>
      <vt:lpstr>Lab Infrastructure</vt:lpstr>
      <vt:lpstr>PowerPoint Presentation</vt:lpstr>
      <vt:lpstr>Standard File Descriptors</vt:lpstr>
      <vt:lpstr>Redirect input (&lt;)</vt:lpstr>
      <vt:lpstr>Redirect output (&gt;)</vt:lpstr>
      <vt:lpstr>Redirect output with append (&gt;&gt;)</vt:lpstr>
      <vt:lpstr>set -/+o noclobber</vt:lpstr>
      <vt:lpstr>Redirection order</vt:lpstr>
      <vt:lpstr>Redirection recipes</vt:lpstr>
      <vt:lpstr>Problem: Create document</vt:lpstr>
      <vt:lpstr>Solution(s): Create document</vt:lpstr>
      <vt:lpstr>PowerPoint Presentation</vt:lpstr>
      <vt:lpstr>Commands Sequences</vt:lpstr>
      <vt:lpstr>Sequence (;)</vt:lpstr>
      <vt:lpstr>Pipe (|)</vt:lpstr>
      <vt:lpstr>On Success (&amp;&amp;)</vt:lpstr>
      <vt:lpstr>On Failure (||)</vt:lpstr>
      <vt:lpstr>Command Substitution</vt:lpstr>
      <vt:lpstr>Breaking Long Commands</vt:lpstr>
      <vt:lpstr>tee</vt:lpstr>
      <vt:lpstr>xargs</vt:lpstr>
      <vt:lpstr>PowerPoint Presentation</vt:lpstr>
      <vt:lpstr>PowerPoint Presentation</vt:lpstr>
      <vt:lpstr>Wildcards</vt:lpstr>
      <vt:lpstr>Character Classes</vt:lpstr>
      <vt:lpstr>Globing Examples</vt:lpstr>
      <vt:lpstr>Bracket Expressions</vt:lpstr>
      <vt:lpstr>Regular Expressions</vt:lpstr>
      <vt:lpstr>Control Characters</vt:lpstr>
      <vt:lpstr>Quantifiers</vt:lpstr>
      <vt:lpstr>grep</vt:lpstr>
      <vt:lpstr>Few Usage Scenarios</vt:lpstr>
      <vt:lpstr>PowerPoint Presentation</vt:lpstr>
      <vt:lpstr>find</vt:lpstr>
      <vt:lpstr>Common find Scenarios</vt:lpstr>
      <vt:lpstr>locate*</vt:lpstr>
      <vt:lpstr>updatedb*</vt:lpstr>
      <vt:lpstr>PowerPoint Presentation</vt:lpstr>
      <vt:lpstr>tac</vt:lpstr>
      <vt:lpstr>more</vt:lpstr>
      <vt:lpstr>less*</vt:lpstr>
      <vt:lpstr>head</vt:lpstr>
      <vt:lpstr>tail</vt:lpstr>
      <vt:lpstr>uniq</vt:lpstr>
      <vt:lpstr>sort</vt:lpstr>
      <vt:lpstr>wc</vt:lpstr>
      <vt:lpstr>nl</vt:lpstr>
      <vt:lpstr>cut</vt:lpstr>
      <vt:lpstr>paste</vt:lpstr>
      <vt:lpstr>join</vt:lpstr>
      <vt:lpstr>split</vt:lpstr>
      <vt:lpstr>expand</vt:lpstr>
      <vt:lpstr>unexpand</vt:lpstr>
      <vt:lpstr>PowerPoint Presentation</vt:lpstr>
      <vt:lpstr>PowerPoint Presentation</vt:lpstr>
      <vt:lpstr>Screen Editors*</vt:lpstr>
      <vt:lpstr>VIM (Vi IMproved)</vt:lpstr>
      <vt:lpstr>Quit VIM If You Can </vt:lpstr>
      <vt:lpstr>VIM Modes</vt:lpstr>
      <vt:lpstr>Navigation in Normal mode</vt:lpstr>
      <vt:lpstr>Enter in Insert Mode</vt:lpstr>
      <vt:lpstr>Enter in Replace and Visual Mode</vt:lpstr>
      <vt:lpstr>Deleting Text and Lines</vt:lpstr>
      <vt:lpstr>Copy, Paste, and Join</vt:lpstr>
      <vt:lpstr>Searching and Replacing</vt:lpstr>
      <vt:lpstr>Undo Changes</vt:lpstr>
      <vt:lpstr>Save Changes</vt:lpstr>
      <vt:lpstr>Quit Commands</vt:lpstr>
      <vt:lpstr>Few More Scenarios</vt:lpstr>
      <vt:lpstr>VIM Options</vt:lpstr>
      <vt:lpstr>PowerPoint Presentation</vt:lpstr>
      <vt:lpstr>Stream Editors</vt:lpstr>
      <vt:lpstr>sed</vt:lpstr>
      <vt:lpstr>Common sed scenarios #1</vt:lpstr>
      <vt:lpstr>Common sed scenarios #2</vt:lpstr>
      <vt:lpstr>PowerPoint Presentation</vt:lpstr>
      <vt:lpstr>vipw</vt:lpstr>
      <vt:lpstr>vigr</vt:lpstr>
      <vt:lpstr>visudo</vt:lpstr>
      <vt:lpstr>PowerPoint Presentation</vt:lpstr>
      <vt:lpstr>The Sandwich Request </vt:lpstr>
      <vt:lpstr>SUDO Configuration</vt:lpstr>
      <vt:lpstr>SUDO File Format</vt:lpstr>
      <vt:lpstr>PowerPoint Presentation</vt:lpstr>
      <vt:lpstr>Resources</vt:lpstr>
      <vt:lpstr>Summary</vt:lpstr>
      <vt:lpstr>Questions?</vt:lpstr>
      <vt:lpstr>SoftUni Diamond Partners</vt:lpstr>
      <vt:lpstr>SoftUni Organizational Partners</vt:lpstr>
      <vt:lpstr>License</vt:lpstr>
      <vt:lpstr>Trainings @ Software University (SoftUni)</vt:lpstr>
    </vt:vector>
  </TitlesOfParts>
  <Manager/>
  <Company>Software University (SoftUni)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 M3: Editors. Files. Streams</dc:title>
  <dc:subject>Software Development Course</dc:subject>
  <dc:creator>Software University Foundation</dc:creator>
  <cp:keywords>SoftUni, Software University, programming, software development, software engineering, course</cp:keywords>
  <dc:description>Software University Foundation - http://softuni.foundation/</dc:description>
  <cp:lastModifiedBy>Dimitar Zahariev</cp:lastModifiedBy>
  <cp:revision>325</cp:revision>
  <dcterms:created xsi:type="dcterms:W3CDTF">2014-01-02T17:00:34Z</dcterms:created>
  <dcterms:modified xsi:type="dcterms:W3CDTF">2020-05-18T14:25:10Z</dcterms:modified>
  <cp:category>programming;computer programming;software development</cp:category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TC027879909991</vt:lpwstr>
  </property>
</Properties>
</file>